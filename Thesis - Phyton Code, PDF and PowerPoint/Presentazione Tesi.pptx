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8" r:id="rId4"/>
    <p:sldId id="282" r:id="rId5"/>
    <p:sldId id="290" r:id="rId6"/>
    <p:sldId id="292" r:id="rId7"/>
    <p:sldId id="293" r:id="rId8"/>
    <p:sldId id="283" r:id="rId9"/>
    <p:sldId id="287" r:id="rId10"/>
    <p:sldId id="262" r:id="rId11"/>
    <p:sldId id="263" r:id="rId12"/>
    <p:sldId id="288" r:id="rId13"/>
    <p:sldId id="274" r:id="rId14"/>
    <p:sldId id="269" r:id="rId15"/>
    <p:sldId id="284" r:id="rId16"/>
    <p:sldId id="272" r:id="rId17"/>
    <p:sldId id="285" r:id="rId18"/>
    <p:sldId id="294" r:id="rId19"/>
    <p:sldId id="291" r:id="rId20"/>
    <p:sldId id="286" r:id="rId21"/>
    <p:sldId id="276" r:id="rId22"/>
    <p:sldId id="289" r:id="rId23"/>
    <p:sldId id="260" r:id="rId24"/>
    <p:sldId id="279" r:id="rId25"/>
    <p:sldId id="264" r:id="rId26"/>
    <p:sldId id="265" r:id="rId27"/>
    <p:sldId id="266" r:id="rId28"/>
    <p:sldId id="280" r:id="rId29"/>
    <p:sldId id="267" r:id="rId30"/>
    <p:sldId id="270" r:id="rId31"/>
    <p:sldId id="281" r:id="rId32"/>
    <p:sldId id="273" r:id="rId33"/>
    <p:sldId id="275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77" autoAdjust="0"/>
  </p:normalViewPr>
  <p:slideViewPr>
    <p:cSldViewPr snapToGrid="0">
      <p:cViewPr varScale="1">
        <p:scale>
          <a:sx n="103" d="100"/>
          <a:sy n="103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D25CE-ABD3-4B66-8445-1C55F54975DA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0F087FE-BE5B-41B2-984D-3FA41D56D496}">
      <dgm:prSet custT="1"/>
      <dgm:spPr/>
      <dgm:t>
        <a:bodyPr/>
        <a:lstStyle/>
        <a:p>
          <a:r>
            <a:rPr lang="en-US" sz="1200" dirty="0"/>
            <a:t>Inizializzazione</a:t>
          </a:r>
          <a:endParaRPr lang="it-IT" sz="1200" dirty="0"/>
        </a:p>
      </dgm:t>
    </dgm:pt>
    <dgm:pt modelId="{67B29785-F26E-49B3-A7E2-487EC3C7082C}" type="parTrans" cxnId="{D4E33DD8-C4CF-480A-A689-F56A5D36F958}">
      <dgm:prSet/>
      <dgm:spPr/>
      <dgm:t>
        <a:bodyPr/>
        <a:lstStyle/>
        <a:p>
          <a:endParaRPr lang="it-IT"/>
        </a:p>
      </dgm:t>
    </dgm:pt>
    <dgm:pt modelId="{726EA7AE-5140-4096-AC85-5E74487A7D48}" type="sibTrans" cxnId="{D4E33DD8-C4CF-480A-A689-F56A5D36F958}">
      <dgm:prSet/>
      <dgm:spPr/>
      <dgm:t>
        <a:bodyPr/>
        <a:lstStyle/>
        <a:p>
          <a:endParaRPr lang="it-IT"/>
        </a:p>
      </dgm:t>
    </dgm:pt>
    <dgm:pt modelId="{2B17FF65-7F74-4D9A-992A-82E497C04ADA}">
      <dgm:prSet/>
      <dgm:spPr/>
      <dgm:t>
        <a:bodyPr/>
        <a:lstStyle/>
        <a:p>
          <a:r>
            <a:rPr lang="en-US" dirty="0"/>
            <a:t>Elongazione</a:t>
          </a:r>
          <a:endParaRPr lang="it-IT" dirty="0"/>
        </a:p>
      </dgm:t>
    </dgm:pt>
    <dgm:pt modelId="{BB4DB91B-B717-41C3-B23F-CF41F5477443}" type="parTrans" cxnId="{B3F71C6C-FB0A-4DBD-8359-E179E32EDE0A}">
      <dgm:prSet/>
      <dgm:spPr/>
      <dgm:t>
        <a:bodyPr/>
        <a:lstStyle/>
        <a:p>
          <a:endParaRPr lang="it-IT"/>
        </a:p>
      </dgm:t>
    </dgm:pt>
    <dgm:pt modelId="{8542A0E2-D4CF-43D8-808A-5C34C1FC020B}" type="sibTrans" cxnId="{B3F71C6C-FB0A-4DBD-8359-E179E32EDE0A}">
      <dgm:prSet/>
      <dgm:spPr/>
      <dgm:t>
        <a:bodyPr/>
        <a:lstStyle/>
        <a:p>
          <a:endParaRPr lang="it-IT"/>
        </a:p>
      </dgm:t>
    </dgm:pt>
    <dgm:pt modelId="{23CF6161-F3AB-4C1B-87D7-5F6F907D1787}">
      <dgm:prSet/>
      <dgm:spPr/>
      <dgm:t>
        <a:bodyPr/>
        <a:lstStyle/>
        <a:p>
          <a:r>
            <a:rPr lang="en-US" dirty="0"/>
            <a:t>Terminazione</a:t>
          </a:r>
          <a:endParaRPr lang="it-IT" dirty="0"/>
        </a:p>
      </dgm:t>
    </dgm:pt>
    <dgm:pt modelId="{17D58F83-2793-405B-951A-F9FFF8F8D32D}" type="parTrans" cxnId="{22892E78-E229-4EB4-BAA2-B01BFB69BA97}">
      <dgm:prSet/>
      <dgm:spPr/>
      <dgm:t>
        <a:bodyPr/>
        <a:lstStyle/>
        <a:p>
          <a:endParaRPr lang="it-IT"/>
        </a:p>
      </dgm:t>
    </dgm:pt>
    <dgm:pt modelId="{329874DD-4970-4D8D-BECB-08A38A6573D6}" type="sibTrans" cxnId="{22892E78-E229-4EB4-BAA2-B01BFB69BA97}">
      <dgm:prSet/>
      <dgm:spPr/>
      <dgm:t>
        <a:bodyPr/>
        <a:lstStyle/>
        <a:p>
          <a:endParaRPr lang="it-IT"/>
        </a:p>
      </dgm:t>
    </dgm:pt>
    <dgm:pt modelId="{B4B856F0-C5C5-4D10-B839-DAE770CA2770}">
      <dgm:prSet/>
      <dgm:spPr/>
      <dgm:t>
        <a:bodyPr/>
        <a:lstStyle/>
        <a:p>
          <a:r>
            <a:rPr lang="it-IT" dirty="0"/>
            <a:t> Inizio della traduzione: arrivo della metionina</a:t>
          </a:r>
        </a:p>
      </dgm:t>
    </dgm:pt>
    <dgm:pt modelId="{F6997550-06D2-46A9-974C-84822A3979F8}" type="parTrans" cxnId="{FF79832F-8E8A-47CE-93F4-7C2FAF0A3E1B}">
      <dgm:prSet/>
      <dgm:spPr/>
      <dgm:t>
        <a:bodyPr/>
        <a:lstStyle/>
        <a:p>
          <a:endParaRPr lang="it-IT"/>
        </a:p>
      </dgm:t>
    </dgm:pt>
    <dgm:pt modelId="{BF7A8443-EA7A-470C-BC26-D16779F947A4}" type="sibTrans" cxnId="{FF79832F-8E8A-47CE-93F4-7C2FAF0A3E1B}">
      <dgm:prSet/>
      <dgm:spPr/>
      <dgm:t>
        <a:bodyPr/>
        <a:lstStyle/>
        <a:p>
          <a:endParaRPr lang="it-IT"/>
        </a:p>
      </dgm:t>
    </dgm:pt>
    <dgm:pt modelId="{2989D199-D19D-455E-B73E-AA1BEA13E4B7}">
      <dgm:prSet/>
      <dgm:spPr/>
      <dgm:t>
        <a:bodyPr/>
        <a:lstStyle/>
        <a:p>
          <a:r>
            <a:rPr lang="it-IT" dirty="0"/>
            <a:t> Sequenza non codificante promotore del legame ribosoma-mRNA</a:t>
          </a:r>
        </a:p>
      </dgm:t>
    </dgm:pt>
    <dgm:pt modelId="{F5875978-0064-4C13-AC42-EA435FDDC00E}" type="parTrans" cxnId="{AF694FC9-C777-49DA-B041-2FA9558E66D5}">
      <dgm:prSet/>
      <dgm:spPr/>
      <dgm:t>
        <a:bodyPr/>
        <a:lstStyle/>
        <a:p>
          <a:endParaRPr lang="it-IT"/>
        </a:p>
      </dgm:t>
    </dgm:pt>
    <dgm:pt modelId="{E94D3C6A-3B5F-4B7E-A3B2-7090DC49A350}" type="sibTrans" cxnId="{AF694FC9-C777-49DA-B041-2FA9558E66D5}">
      <dgm:prSet/>
      <dgm:spPr/>
      <dgm:t>
        <a:bodyPr/>
        <a:lstStyle/>
        <a:p>
          <a:endParaRPr lang="it-IT"/>
        </a:p>
      </dgm:t>
    </dgm:pt>
    <dgm:pt modelId="{4FD3A3BF-01AF-46EB-B3AA-71F02408E8AC}">
      <dgm:prSet/>
      <dgm:spPr/>
      <dgm:t>
        <a:bodyPr/>
        <a:lstStyle/>
        <a:p>
          <a:r>
            <a:rPr lang="it-IT" b="1" dirty="0"/>
            <a:t> Sito A:</a:t>
          </a:r>
          <a:r>
            <a:rPr lang="it-IT" dirty="0"/>
            <a:t> Processo di accoppiamento tRNA-codone</a:t>
          </a:r>
        </a:p>
      </dgm:t>
    </dgm:pt>
    <dgm:pt modelId="{D9BED08F-6617-4C62-B3A4-D8ECDE304736}" type="parTrans" cxnId="{3451507B-B51D-4272-8EF8-F161506FB3C5}">
      <dgm:prSet/>
      <dgm:spPr/>
      <dgm:t>
        <a:bodyPr/>
        <a:lstStyle/>
        <a:p>
          <a:endParaRPr lang="it-IT"/>
        </a:p>
      </dgm:t>
    </dgm:pt>
    <dgm:pt modelId="{912E48EF-3FCC-49A3-998B-893D7CA7823B}" type="sibTrans" cxnId="{3451507B-B51D-4272-8EF8-F161506FB3C5}">
      <dgm:prSet/>
      <dgm:spPr/>
      <dgm:t>
        <a:bodyPr/>
        <a:lstStyle/>
        <a:p>
          <a:endParaRPr lang="it-IT"/>
        </a:p>
      </dgm:t>
    </dgm:pt>
    <dgm:pt modelId="{BD00B0D7-16FB-4625-83BA-0DB8B1B06612}">
      <dgm:prSet/>
      <dgm:spPr/>
      <dgm:t>
        <a:bodyPr/>
        <a:lstStyle/>
        <a:p>
          <a:r>
            <a:rPr lang="it-IT" b="1" dirty="0"/>
            <a:t> Sito P:</a:t>
          </a:r>
          <a:r>
            <a:rPr lang="it-IT" dirty="0"/>
            <a:t> legame della sequenza polipeptidica e amminoacido</a:t>
          </a:r>
        </a:p>
      </dgm:t>
    </dgm:pt>
    <dgm:pt modelId="{82764B2B-802C-4773-A933-EE8D5D1A71A4}" type="parTrans" cxnId="{30833818-F450-47BF-93E8-D49C87872011}">
      <dgm:prSet/>
      <dgm:spPr/>
      <dgm:t>
        <a:bodyPr/>
        <a:lstStyle/>
        <a:p>
          <a:endParaRPr lang="it-IT"/>
        </a:p>
      </dgm:t>
    </dgm:pt>
    <dgm:pt modelId="{9B071BC7-71DC-45CE-9917-27B62C7457DC}" type="sibTrans" cxnId="{30833818-F450-47BF-93E8-D49C87872011}">
      <dgm:prSet/>
      <dgm:spPr/>
      <dgm:t>
        <a:bodyPr/>
        <a:lstStyle/>
        <a:p>
          <a:endParaRPr lang="it-IT"/>
        </a:p>
      </dgm:t>
    </dgm:pt>
    <dgm:pt modelId="{7048EF7A-9F73-456B-BE38-39092A246360}">
      <dgm:prSet/>
      <dgm:spPr/>
      <dgm:t>
        <a:bodyPr/>
        <a:lstStyle/>
        <a:p>
          <a:r>
            <a:rPr lang="it-IT" b="1" dirty="0"/>
            <a:t> Sito E:</a:t>
          </a:r>
          <a:r>
            <a:rPr lang="it-IT" dirty="0"/>
            <a:t> rilascio del tRNA nell’ambiente citoplasmatico</a:t>
          </a:r>
        </a:p>
      </dgm:t>
    </dgm:pt>
    <dgm:pt modelId="{D3C6F93C-F194-40AD-A209-2D85E0C1DE4B}" type="parTrans" cxnId="{1DD0CFA0-76FD-4A85-8B48-D26E39BD9616}">
      <dgm:prSet/>
      <dgm:spPr/>
      <dgm:t>
        <a:bodyPr/>
        <a:lstStyle/>
        <a:p>
          <a:endParaRPr lang="it-IT"/>
        </a:p>
      </dgm:t>
    </dgm:pt>
    <dgm:pt modelId="{63B6DE4F-7B6E-4B10-BE20-C91E906199BC}" type="sibTrans" cxnId="{1DD0CFA0-76FD-4A85-8B48-D26E39BD9616}">
      <dgm:prSet/>
      <dgm:spPr/>
      <dgm:t>
        <a:bodyPr/>
        <a:lstStyle/>
        <a:p>
          <a:endParaRPr lang="it-IT"/>
        </a:p>
      </dgm:t>
    </dgm:pt>
    <dgm:pt modelId="{862C9DE4-E4BE-45C9-9DB2-E5C77540467A}">
      <dgm:prSet/>
      <dgm:spPr/>
      <dgm:t>
        <a:bodyPr/>
        <a:lstStyle/>
        <a:p>
          <a:r>
            <a:rPr lang="it-IT" dirty="0"/>
            <a:t> Fattori di rilascio</a:t>
          </a:r>
        </a:p>
      </dgm:t>
    </dgm:pt>
    <dgm:pt modelId="{13DBBD8A-B032-4C77-BBBF-A5F8825614AF}" type="parTrans" cxnId="{A3E9F06F-592B-4725-A713-F4C6B466841D}">
      <dgm:prSet/>
      <dgm:spPr/>
      <dgm:t>
        <a:bodyPr/>
        <a:lstStyle/>
        <a:p>
          <a:endParaRPr lang="it-IT"/>
        </a:p>
      </dgm:t>
    </dgm:pt>
    <dgm:pt modelId="{3F5D7CC5-AD0A-4973-8E93-AD0D6987431A}" type="sibTrans" cxnId="{A3E9F06F-592B-4725-A713-F4C6B466841D}">
      <dgm:prSet/>
      <dgm:spPr/>
      <dgm:t>
        <a:bodyPr/>
        <a:lstStyle/>
        <a:p>
          <a:endParaRPr lang="it-IT"/>
        </a:p>
      </dgm:t>
    </dgm:pt>
    <dgm:pt modelId="{78C93C84-3199-41A0-9479-40C043D1983D}">
      <dgm:prSet/>
      <dgm:spPr/>
      <dgm:t>
        <a:bodyPr/>
        <a:lstStyle/>
        <a:p>
          <a:r>
            <a:rPr lang="it-IT" dirty="0"/>
            <a:t> Fine del </a:t>
          </a:r>
          <a:r>
            <a:rPr lang="it-IT"/>
            <a:t>legame </a:t>
          </a:r>
          <a:endParaRPr lang="it-IT" dirty="0"/>
        </a:p>
      </dgm:t>
    </dgm:pt>
    <dgm:pt modelId="{3751BE09-5EDA-4C74-BCA8-A2CABF53F1BB}" type="parTrans" cxnId="{F3685802-D511-4ADF-AE26-98F5081A7279}">
      <dgm:prSet/>
      <dgm:spPr/>
      <dgm:t>
        <a:bodyPr/>
        <a:lstStyle/>
        <a:p>
          <a:endParaRPr lang="it-IT"/>
        </a:p>
      </dgm:t>
    </dgm:pt>
    <dgm:pt modelId="{2D9B23A5-66CC-415C-BF55-8247073D2ECC}" type="sibTrans" cxnId="{F3685802-D511-4ADF-AE26-98F5081A7279}">
      <dgm:prSet/>
      <dgm:spPr/>
      <dgm:t>
        <a:bodyPr/>
        <a:lstStyle/>
        <a:p>
          <a:endParaRPr lang="it-IT"/>
        </a:p>
      </dgm:t>
    </dgm:pt>
    <dgm:pt modelId="{8E463330-316F-4026-B806-4BBF33D600CF}" type="pres">
      <dgm:prSet presAssocID="{B38D25CE-ABD3-4B66-8445-1C55F54975DA}" presName="linearFlow" presStyleCnt="0">
        <dgm:presLayoutVars>
          <dgm:dir/>
          <dgm:animLvl val="lvl"/>
          <dgm:resizeHandles val="exact"/>
        </dgm:presLayoutVars>
      </dgm:prSet>
      <dgm:spPr/>
    </dgm:pt>
    <dgm:pt modelId="{38656B64-B64D-44CE-BC1F-70D37C4F5B1A}" type="pres">
      <dgm:prSet presAssocID="{A0F087FE-BE5B-41B2-984D-3FA41D56D496}" presName="composite" presStyleCnt="0"/>
      <dgm:spPr/>
    </dgm:pt>
    <dgm:pt modelId="{86705A40-282A-4972-99E6-718D92D6E20B}" type="pres">
      <dgm:prSet presAssocID="{A0F087FE-BE5B-41B2-984D-3FA41D56D49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D004D94-1FBE-4BAB-A0F5-52FEE70FEB0E}" type="pres">
      <dgm:prSet presAssocID="{A0F087FE-BE5B-41B2-984D-3FA41D56D496}" presName="descendantText" presStyleLbl="alignAcc1" presStyleIdx="0" presStyleCnt="3">
        <dgm:presLayoutVars>
          <dgm:bulletEnabled val="1"/>
        </dgm:presLayoutVars>
      </dgm:prSet>
      <dgm:spPr/>
    </dgm:pt>
    <dgm:pt modelId="{D84D79E0-1329-4CF7-A5E0-CC592A73336B}" type="pres">
      <dgm:prSet presAssocID="{726EA7AE-5140-4096-AC85-5E74487A7D48}" presName="sp" presStyleCnt="0"/>
      <dgm:spPr/>
    </dgm:pt>
    <dgm:pt modelId="{695A11A6-EC4D-43B4-9A24-646E9B520A26}" type="pres">
      <dgm:prSet presAssocID="{2B17FF65-7F74-4D9A-992A-82E497C04ADA}" presName="composite" presStyleCnt="0"/>
      <dgm:spPr/>
    </dgm:pt>
    <dgm:pt modelId="{28B9FA48-8525-4EA9-A1A0-018C054C8AA4}" type="pres">
      <dgm:prSet presAssocID="{2B17FF65-7F74-4D9A-992A-82E497C04AD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8A4B8F1-73B5-4192-BD7F-3BB5B36E8ED3}" type="pres">
      <dgm:prSet presAssocID="{2B17FF65-7F74-4D9A-992A-82E497C04ADA}" presName="descendantText" presStyleLbl="alignAcc1" presStyleIdx="1" presStyleCnt="3">
        <dgm:presLayoutVars>
          <dgm:bulletEnabled val="1"/>
        </dgm:presLayoutVars>
      </dgm:prSet>
      <dgm:spPr/>
    </dgm:pt>
    <dgm:pt modelId="{544DC126-913F-4349-817A-9458F8A103C8}" type="pres">
      <dgm:prSet presAssocID="{8542A0E2-D4CF-43D8-808A-5C34C1FC020B}" presName="sp" presStyleCnt="0"/>
      <dgm:spPr/>
    </dgm:pt>
    <dgm:pt modelId="{7CA83B9B-A2C4-4558-A1EB-D8B2EF6E57DC}" type="pres">
      <dgm:prSet presAssocID="{23CF6161-F3AB-4C1B-87D7-5F6F907D1787}" presName="composite" presStyleCnt="0"/>
      <dgm:spPr/>
    </dgm:pt>
    <dgm:pt modelId="{C1A45962-DFCE-4AB5-ACE5-F6B98F689BA1}" type="pres">
      <dgm:prSet presAssocID="{23CF6161-F3AB-4C1B-87D7-5F6F907D178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497A61E-2DE8-40E1-BC8E-834EA41E8EC6}" type="pres">
      <dgm:prSet presAssocID="{23CF6161-F3AB-4C1B-87D7-5F6F907D178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3685802-D511-4ADF-AE26-98F5081A7279}" srcId="{23CF6161-F3AB-4C1B-87D7-5F6F907D1787}" destId="{78C93C84-3199-41A0-9479-40C043D1983D}" srcOrd="1" destOrd="0" parTransId="{3751BE09-5EDA-4C74-BCA8-A2CABF53F1BB}" sibTransId="{2D9B23A5-66CC-415C-BF55-8247073D2ECC}"/>
    <dgm:cxn modelId="{30833818-F450-47BF-93E8-D49C87872011}" srcId="{2B17FF65-7F74-4D9A-992A-82E497C04ADA}" destId="{BD00B0D7-16FB-4625-83BA-0DB8B1B06612}" srcOrd="1" destOrd="0" parTransId="{82764B2B-802C-4773-A933-EE8D5D1A71A4}" sibTransId="{9B071BC7-71DC-45CE-9917-27B62C7457DC}"/>
    <dgm:cxn modelId="{1695EE1E-5B12-41AE-9635-E39477C1B9E2}" type="presOf" srcId="{2B17FF65-7F74-4D9A-992A-82E497C04ADA}" destId="{28B9FA48-8525-4EA9-A1A0-018C054C8AA4}" srcOrd="0" destOrd="0" presId="urn:microsoft.com/office/officeart/2005/8/layout/chevron2"/>
    <dgm:cxn modelId="{FF79832F-8E8A-47CE-93F4-7C2FAF0A3E1B}" srcId="{A0F087FE-BE5B-41B2-984D-3FA41D56D496}" destId="{B4B856F0-C5C5-4D10-B839-DAE770CA2770}" srcOrd="1" destOrd="0" parTransId="{F6997550-06D2-46A9-974C-84822A3979F8}" sibTransId="{BF7A8443-EA7A-470C-BC26-D16779F947A4}"/>
    <dgm:cxn modelId="{BC2C5E33-2327-4EAB-994A-704F8CC4F92A}" type="presOf" srcId="{78C93C84-3199-41A0-9479-40C043D1983D}" destId="{8497A61E-2DE8-40E1-BC8E-834EA41E8EC6}" srcOrd="0" destOrd="1" presId="urn:microsoft.com/office/officeart/2005/8/layout/chevron2"/>
    <dgm:cxn modelId="{591D1E4A-37C4-408B-87BA-6C8B2ADAEDAA}" type="presOf" srcId="{2989D199-D19D-455E-B73E-AA1BEA13E4B7}" destId="{9D004D94-1FBE-4BAB-A0F5-52FEE70FEB0E}" srcOrd="0" destOrd="0" presId="urn:microsoft.com/office/officeart/2005/8/layout/chevron2"/>
    <dgm:cxn modelId="{B3F71C6C-FB0A-4DBD-8359-E179E32EDE0A}" srcId="{B38D25CE-ABD3-4B66-8445-1C55F54975DA}" destId="{2B17FF65-7F74-4D9A-992A-82E497C04ADA}" srcOrd="1" destOrd="0" parTransId="{BB4DB91B-B717-41C3-B23F-CF41F5477443}" sibTransId="{8542A0E2-D4CF-43D8-808A-5C34C1FC020B}"/>
    <dgm:cxn modelId="{C12CFC6E-6857-4348-B9BE-45B497DE9852}" type="presOf" srcId="{23CF6161-F3AB-4C1B-87D7-5F6F907D1787}" destId="{C1A45962-DFCE-4AB5-ACE5-F6B98F689BA1}" srcOrd="0" destOrd="0" presId="urn:microsoft.com/office/officeart/2005/8/layout/chevron2"/>
    <dgm:cxn modelId="{A3E9F06F-592B-4725-A713-F4C6B466841D}" srcId="{23CF6161-F3AB-4C1B-87D7-5F6F907D1787}" destId="{862C9DE4-E4BE-45C9-9DB2-E5C77540467A}" srcOrd="0" destOrd="0" parTransId="{13DBBD8A-B032-4C77-BBBF-A5F8825614AF}" sibTransId="{3F5D7CC5-AD0A-4973-8E93-AD0D6987431A}"/>
    <dgm:cxn modelId="{CCE8C172-92C4-4704-A500-7670EC29E312}" type="presOf" srcId="{B4B856F0-C5C5-4D10-B839-DAE770CA2770}" destId="{9D004D94-1FBE-4BAB-A0F5-52FEE70FEB0E}" srcOrd="0" destOrd="1" presId="urn:microsoft.com/office/officeart/2005/8/layout/chevron2"/>
    <dgm:cxn modelId="{E2FBAC73-C7A7-4952-8151-4891EAAC7CCD}" type="presOf" srcId="{862C9DE4-E4BE-45C9-9DB2-E5C77540467A}" destId="{8497A61E-2DE8-40E1-BC8E-834EA41E8EC6}" srcOrd="0" destOrd="0" presId="urn:microsoft.com/office/officeart/2005/8/layout/chevron2"/>
    <dgm:cxn modelId="{22892E78-E229-4EB4-BAA2-B01BFB69BA97}" srcId="{B38D25CE-ABD3-4B66-8445-1C55F54975DA}" destId="{23CF6161-F3AB-4C1B-87D7-5F6F907D1787}" srcOrd="2" destOrd="0" parTransId="{17D58F83-2793-405B-951A-F9FFF8F8D32D}" sibTransId="{329874DD-4970-4D8D-BECB-08A38A6573D6}"/>
    <dgm:cxn modelId="{3451507B-B51D-4272-8EF8-F161506FB3C5}" srcId="{2B17FF65-7F74-4D9A-992A-82E497C04ADA}" destId="{4FD3A3BF-01AF-46EB-B3AA-71F02408E8AC}" srcOrd="0" destOrd="0" parTransId="{D9BED08F-6617-4C62-B3A4-D8ECDE304736}" sibTransId="{912E48EF-3FCC-49A3-998B-893D7CA7823B}"/>
    <dgm:cxn modelId="{80763593-B9E8-4EB5-8174-9EB2FC020E43}" type="presOf" srcId="{B38D25CE-ABD3-4B66-8445-1C55F54975DA}" destId="{8E463330-316F-4026-B806-4BBF33D600CF}" srcOrd="0" destOrd="0" presId="urn:microsoft.com/office/officeart/2005/8/layout/chevron2"/>
    <dgm:cxn modelId="{1DD0CFA0-76FD-4A85-8B48-D26E39BD9616}" srcId="{2B17FF65-7F74-4D9A-992A-82E497C04ADA}" destId="{7048EF7A-9F73-456B-BE38-39092A246360}" srcOrd="2" destOrd="0" parTransId="{D3C6F93C-F194-40AD-A209-2D85E0C1DE4B}" sibTransId="{63B6DE4F-7B6E-4B10-BE20-C91E906199BC}"/>
    <dgm:cxn modelId="{DFC1DAB5-F7E6-4809-98E1-D5F6B979C17F}" type="presOf" srcId="{BD00B0D7-16FB-4625-83BA-0DB8B1B06612}" destId="{48A4B8F1-73B5-4192-BD7F-3BB5B36E8ED3}" srcOrd="0" destOrd="1" presId="urn:microsoft.com/office/officeart/2005/8/layout/chevron2"/>
    <dgm:cxn modelId="{7CE6D0BE-B678-4457-A2E9-8E25E2EB63C0}" type="presOf" srcId="{7048EF7A-9F73-456B-BE38-39092A246360}" destId="{48A4B8F1-73B5-4192-BD7F-3BB5B36E8ED3}" srcOrd="0" destOrd="2" presId="urn:microsoft.com/office/officeart/2005/8/layout/chevron2"/>
    <dgm:cxn modelId="{AF694FC9-C777-49DA-B041-2FA9558E66D5}" srcId="{A0F087FE-BE5B-41B2-984D-3FA41D56D496}" destId="{2989D199-D19D-455E-B73E-AA1BEA13E4B7}" srcOrd="0" destOrd="0" parTransId="{F5875978-0064-4C13-AC42-EA435FDDC00E}" sibTransId="{E94D3C6A-3B5F-4B7E-A3B2-7090DC49A350}"/>
    <dgm:cxn modelId="{D4E33DD8-C4CF-480A-A689-F56A5D36F958}" srcId="{B38D25CE-ABD3-4B66-8445-1C55F54975DA}" destId="{A0F087FE-BE5B-41B2-984D-3FA41D56D496}" srcOrd="0" destOrd="0" parTransId="{67B29785-F26E-49B3-A7E2-487EC3C7082C}" sibTransId="{726EA7AE-5140-4096-AC85-5E74487A7D48}"/>
    <dgm:cxn modelId="{6F5254EC-4657-495E-B2AA-E24207B378C6}" type="presOf" srcId="{A0F087FE-BE5B-41B2-984D-3FA41D56D496}" destId="{86705A40-282A-4972-99E6-718D92D6E20B}" srcOrd="0" destOrd="0" presId="urn:microsoft.com/office/officeart/2005/8/layout/chevron2"/>
    <dgm:cxn modelId="{ACB9D6FE-515C-4191-9803-323A54F624BF}" type="presOf" srcId="{4FD3A3BF-01AF-46EB-B3AA-71F02408E8AC}" destId="{48A4B8F1-73B5-4192-BD7F-3BB5B36E8ED3}" srcOrd="0" destOrd="0" presId="urn:microsoft.com/office/officeart/2005/8/layout/chevron2"/>
    <dgm:cxn modelId="{2EB290BB-A834-4731-AE0C-330AEACFD165}" type="presParOf" srcId="{8E463330-316F-4026-B806-4BBF33D600CF}" destId="{38656B64-B64D-44CE-BC1F-70D37C4F5B1A}" srcOrd="0" destOrd="0" presId="urn:microsoft.com/office/officeart/2005/8/layout/chevron2"/>
    <dgm:cxn modelId="{E36FC508-E1C3-415B-9EDA-40FF5C08E5A7}" type="presParOf" srcId="{38656B64-B64D-44CE-BC1F-70D37C4F5B1A}" destId="{86705A40-282A-4972-99E6-718D92D6E20B}" srcOrd="0" destOrd="0" presId="urn:microsoft.com/office/officeart/2005/8/layout/chevron2"/>
    <dgm:cxn modelId="{82B6CACE-2A28-49BA-B727-81326652B415}" type="presParOf" srcId="{38656B64-B64D-44CE-BC1F-70D37C4F5B1A}" destId="{9D004D94-1FBE-4BAB-A0F5-52FEE70FEB0E}" srcOrd="1" destOrd="0" presId="urn:microsoft.com/office/officeart/2005/8/layout/chevron2"/>
    <dgm:cxn modelId="{85869E97-9D7D-474D-A4CD-1860F22983C5}" type="presParOf" srcId="{8E463330-316F-4026-B806-4BBF33D600CF}" destId="{D84D79E0-1329-4CF7-A5E0-CC592A73336B}" srcOrd="1" destOrd="0" presId="urn:microsoft.com/office/officeart/2005/8/layout/chevron2"/>
    <dgm:cxn modelId="{191BAE32-49C7-462C-A4B2-AA5EA38F2D82}" type="presParOf" srcId="{8E463330-316F-4026-B806-4BBF33D600CF}" destId="{695A11A6-EC4D-43B4-9A24-646E9B520A26}" srcOrd="2" destOrd="0" presId="urn:microsoft.com/office/officeart/2005/8/layout/chevron2"/>
    <dgm:cxn modelId="{F0539721-7EED-460A-AB04-4E1A3A52DF81}" type="presParOf" srcId="{695A11A6-EC4D-43B4-9A24-646E9B520A26}" destId="{28B9FA48-8525-4EA9-A1A0-018C054C8AA4}" srcOrd="0" destOrd="0" presId="urn:microsoft.com/office/officeart/2005/8/layout/chevron2"/>
    <dgm:cxn modelId="{6E9D95A0-04B6-47AE-9B0D-CB7D2E2F9507}" type="presParOf" srcId="{695A11A6-EC4D-43B4-9A24-646E9B520A26}" destId="{48A4B8F1-73B5-4192-BD7F-3BB5B36E8ED3}" srcOrd="1" destOrd="0" presId="urn:microsoft.com/office/officeart/2005/8/layout/chevron2"/>
    <dgm:cxn modelId="{EB83C3AA-D39C-4C2E-A8A3-AD066C503D27}" type="presParOf" srcId="{8E463330-316F-4026-B806-4BBF33D600CF}" destId="{544DC126-913F-4349-817A-9458F8A103C8}" srcOrd="3" destOrd="0" presId="urn:microsoft.com/office/officeart/2005/8/layout/chevron2"/>
    <dgm:cxn modelId="{F56450A4-127E-4AF2-B6C4-61C337C28640}" type="presParOf" srcId="{8E463330-316F-4026-B806-4BBF33D600CF}" destId="{7CA83B9B-A2C4-4558-A1EB-D8B2EF6E57DC}" srcOrd="4" destOrd="0" presId="urn:microsoft.com/office/officeart/2005/8/layout/chevron2"/>
    <dgm:cxn modelId="{350A6A8E-8629-45C4-B4F2-24657EBBA554}" type="presParOf" srcId="{7CA83B9B-A2C4-4558-A1EB-D8B2EF6E57DC}" destId="{C1A45962-DFCE-4AB5-ACE5-F6B98F689BA1}" srcOrd="0" destOrd="0" presId="urn:microsoft.com/office/officeart/2005/8/layout/chevron2"/>
    <dgm:cxn modelId="{584DE641-3B67-408A-BC4E-A5EB9C56F830}" type="presParOf" srcId="{7CA83B9B-A2C4-4558-A1EB-D8B2EF6E57DC}" destId="{8497A61E-2DE8-40E1-BC8E-834EA41E8EC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25A84-9B1F-4FFE-B9E7-FC12081EC95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92F9BBA0-4F0E-4286-9795-EE78D927F181}">
      <dgm:prSet phldrT="[Text]" custT="1"/>
      <dgm:spPr/>
      <dgm:t>
        <a:bodyPr/>
        <a:lstStyle/>
        <a:p>
          <a:r>
            <a:rPr lang="it-IT" sz="1200" dirty="0"/>
            <a:t>Scelta randomica di un sito k</a:t>
          </a:r>
        </a:p>
      </dgm:t>
    </dgm:pt>
    <dgm:pt modelId="{C8D7FC7A-ECF4-46F8-9B6B-8AB17D9E4684}" type="parTrans" cxnId="{706528C2-3F9A-41CD-B093-304C1A396720}">
      <dgm:prSet/>
      <dgm:spPr/>
      <dgm:t>
        <a:bodyPr/>
        <a:lstStyle/>
        <a:p>
          <a:endParaRPr lang="it-IT"/>
        </a:p>
      </dgm:t>
    </dgm:pt>
    <dgm:pt modelId="{62AB5FE4-D1CF-4B36-8560-BFB181CCE056}" type="sibTrans" cxnId="{706528C2-3F9A-41CD-B093-304C1A396720}">
      <dgm:prSet/>
      <dgm:spPr/>
      <dgm:t>
        <a:bodyPr/>
        <a:lstStyle/>
        <a:p>
          <a:endParaRPr lang="it-IT"/>
        </a:p>
      </dgm:t>
    </dgm:pt>
    <dgm:pt modelId="{FC9E20A9-A508-41DC-849F-54771289A123}">
      <dgm:prSet phldrT="[Text]" custT="1"/>
      <dgm:spPr/>
      <dgm:t>
        <a:bodyPr/>
        <a:lstStyle/>
        <a:p>
          <a:r>
            <a:rPr lang="it-IT" sz="1200" dirty="0"/>
            <a:t>n(k) = 1</a:t>
          </a:r>
        </a:p>
        <a:p>
          <a:r>
            <a:rPr lang="it-IT" sz="1200" dirty="0"/>
            <a:t>n(k+1) = 0</a:t>
          </a:r>
        </a:p>
      </dgm:t>
    </dgm:pt>
    <dgm:pt modelId="{7767A0EF-3E15-44FC-83BD-E5A72F7DBA01}" type="parTrans" cxnId="{75520C05-A33E-4500-962F-1875903A14DE}">
      <dgm:prSet/>
      <dgm:spPr/>
      <dgm:t>
        <a:bodyPr/>
        <a:lstStyle/>
        <a:p>
          <a:endParaRPr lang="it-IT"/>
        </a:p>
      </dgm:t>
    </dgm:pt>
    <dgm:pt modelId="{662DAF81-BD2E-4962-AD89-025FD20F16D2}" type="sibTrans" cxnId="{75520C05-A33E-4500-962F-1875903A14DE}">
      <dgm:prSet/>
      <dgm:spPr/>
      <dgm:t>
        <a:bodyPr/>
        <a:lstStyle/>
        <a:p>
          <a:endParaRPr lang="it-IT"/>
        </a:p>
      </dgm:t>
    </dgm:pt>
    <dgm:pt modelId="{1A0E7630-779F-4184-845A-F1951D765352}">
      <dgm:prSet phldrT="[Text]" custT="1"/>
      <dgm:spPr/>
      <dgm:t>
        <a:bodyPr/>
        <a:lstStyle/>
        <a:p>
          <a:r>
            <a:rPr lang="it-IT" sz="1200" dirty="0"/>
            <a:t>Particella si sposta </a:t>
          </a:r>
          <a:br>
            <a:rPr lang="it-IT" sz="1200" dirty="0"/>
          </a:br>
          <a:r>
            <a:rPr lang="it-IT" sz="1200" dirty="0"/>
            <a:t>da k a k+1</a:t>
          </a:r>
        </a:p>
      </dgm:t>
    </dgm:pt>
    <dgm:pt modelId="{89A4E709-3623-4A38-BC13-B201E5FCAE7F}" type="parTrans" cxnId="{863D1821-F77D-4A8D-B123-55B3ACD6E23B}">
      <dgm:prSet/>
      <dgm:spPr/>
      <dgm:t>
        <a:bodyPr/>
        <a:lstStyle/>
        <a:p>
          <a:endParaRPr lang="it-IT"/>
        </a:p>
      </dgm:t>
    </dgm:pt>
    <dgm:pt modelId="{E762C4A0-13D9-4D48-9802-D13F353568E8}" type="sibTrans" cxnId="{863D1821-F77D-4A8D-B123-55B3ACD6E23B}">
      <dgm:prSet/>
      <dgm:spPr/>
      <dgm:t>
        <a:bodyPr/>
        <a:lstStyle/>
        <a:p>
          <a:endParaRPr lang="it-IT"/>
        </a:p>
      </dgm:t>
    </dgm:pt>
    <dgm:pt modelId="{37830B21-8FAC-4D42-9F56-04B71D7D25B3}" type="pres">
      <dgm:prSet presAssocID="{A8C25A84-9B1F-4FFE-B9E7-FC12081EC95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233BA4C-9A7B-4305-AD7A-8E5152CF0A17}" type="pres">
      <dgm:prSet presAssocID="{92F9BBA0-4F0E-4286-9795-EE78D927F181}" presName="hierRoot1" presStyleCnt="0">
        <dgm:presLayoutVars>
          <dgm:hierBranch val="init"/>
        </dgm:presLayoutVars>
      </dgm:prSet>
      <dgm:spPr/>
    </dgm:pt>
    <dgm:pt modelId="{C27812DD-2049-4F72-AA44-BC00E50CA35B}" type="pres">
      <dgm:prSet presAssocID="{92F9BBA0-4F0E-4286-9795-EE78D927F181}" presName="rootComposite1" presStyleCnt="0"/>
      <dgm:spPr/>
    </dgm:pt>
    <dgm:pt modelId="{67B0EE09-6117-4138-B27D-E56762DAA86B}" type="pres">
      <dgm:prSet presAssocID="{92F9BBA0-4F0E-4286-9795-EE78D927F181}" presName="rootText1" presStyleLbl="node0" presStyleIdx="0" presStyleCnt="1">
        <dgm:presLayoutVars>
          <dgm:chPref val="3"/>
        </dgm:presLayoutVars>
      </dgm:prSet>
      <dgm:spPr/>
    </dgm:pt>
    <dgm:pt modelId="{B027AEA8-0462-4A24-A2B2-2658CE06C8E0}" type="pres">
      <dgm:prSet presAssocID="{92F9BBA0-4F0E-4286-9795-EE78D927F181}" presName="rootConnector1" presStyleLbl="node1" presStyleIdx="0" presStyleCnt="0"/>
      <dgm:spPr/>
    </dgm:pt>
    <dgm:pt modelId="{E469C099-6364-48B0-8CB3-1BB4DA55D2A7}" type="pres">
      <dgm:prSet presAssocID="{92F9BBA0-4F0E-4286-9795-EE78D927F181}" presName="hierChild2" presStyleCnt="0"/>
      <dgm:spPr/>
    </dgm:pt>
    <dgm:pt modelId="{FA95B31E-E07D-494F-8E84-A20356970766}" type="pres">
      <dgm:prSet presAssocID="{7767A0EF-3E15-44FC-83BD-E5A72F7DBA01}" presName="Name64" presStyleLbl="parChTrans1D2" presStyleIdx="0" presStyleCnt="1"/>
      <dgm:spPr/>
    </dgm:pt>
    <dgm:pt modelId="{3AC8F8E6-C81A-45F6-9400-8E902B80640E}" type="pres">
      <dgm:prSet presAssocID="{FC9E20A9-A508-41DC-849F-54771289A123}" presName="hierRoot2" presStyleCnt="0">
        <dgm:presLayoutVars>
          <dgm:hierBranch val="init"/>
        </dgm:presLayoutVars>
      </dgm:prSet>
      <dgm:spPr/>
    </dgm:pt>
    <dgm:pt modelId="{FD07EF43-04F3-4D0A-A64A-F38D74DBBE5A}" type="pres">
      <dgm:prSet presAssocID="{FC9E20A9-A508-41DC-849F-54771289A123}" presName="rootComposite" presStyleCnt="0"/>
      <dgm:spPr/>
    </dgm:pt>
    <dgm:pt modelId="{A6AC235F-0311-4707-9BF6-C364BB4A53EF}" type="pres">
      <dgm:prSet presAssocID="{FC9E20A9-A508-41DC-849F-54771289A123}" presName="rootText" presStyleLbl="node2" presStyleIdx="0" presStyleCnt="1">
        <dgm:presLayoutVars>
          <dgm:chPref val="3"/>
        </dgm:presLayoutVars>
      </dgm:prSet>
      <dgm:spPr/>
    </dgm:pt>
    <dgm:pt modelId="{652D0B30-B34C-49B6-83D0-8D0A532C864D}" type="pres">
      <dgm:prSet presAssocID="{FC9E20A9-A508-41DC-849F-54771289A123}" presName="rootConnector" presStyleLbl="node2" presStyleIdx="0" presStyleCnt="1"/>
      <dgm:spPr/>
    </dgm:pt>
    <dgm:pt modelId="{17B2FB84-6DF4-4978-9293-852AC215369A}" type="pres">
      <dgm:prSet presAssocID="{FC9E20A9-A508-41DC-849F-54771289A123}" presName="hierChild4" presStyleCnt="0"/>
      <dgm:spPr/>
    </dgm:pt>
    <dgm:pt modelId="{321EE954-96E1-4A92-A313-B7ECC5025C41}" type="pres">
      <dgm:prSet presAssocID="{89A4E709-3623-4A38-BC13-B201E5FCAE7F}" presName="Name64" presStyleLbl="parChTrans1D3" presStyleIdx="0" presStyleCnt="1"/>
      <dgm:spPr/>
    </dgm:pt>
    <dgm:pt modelId="{BA0738E7-A68D-4CCF-8AA6-E7AE951FBBE1}" type="pres">
      <dgm:prSet presAssocID="{1A0E7630-779F-4184-845A-F1951D765352}" presName="hierRoot2" presStyleCnt="0">
        <dgm:presLayoutVars>
          <dgm:hierBranch val="init"/>
        </dgm:presLayoutVars>
      </dgm:prSet>
      <dgm:spPr/>
    </dgm:pt>
    <dgm:pt modelId="{97EC4ADF-F149-45D1-8961-668E0542B8D5}" type="pres">
      <dgm:prSet presAssocID="{1A0E7630-779F-4184-845A-F1951D765352}" presName="rootComposite" presStyleCnt="0"/>
      <dgm:spPr/>
    </dgm:pt>
    <dgm:pt modelId="{BE0ECDCE-0A6B-440C-95AD-D007AFEA7E23}" type="pres">
      <dgm:prSet presAssocID="{1A0E7630-779F-4184-845A-F1951D765352}" presName="rootText" presStyleLbl="node3" presStyleIdx="0" presStyleCnt="1">
        <dgm:presLayoutVars>
          <dgm:chPref val="3"/>
        </dgm:presLayoutVars>
      </dgm:prSet>
      <dgm:spPr/>
    </dgm:pt>
    <dgm:pt modelId="{4A17F40A-650B-4230-B714-D125E76332E7}" type="pres">
      <dgm:prSet presAssocID="{1A0E7630-779F-4184-845A-F1951D765352}" presName="rootConnector" presStyleLbl="node3" presStyleIdx="0" presStyleCnt="1"/>
      <dgm:spPr/>
    </dgm:pt>
    <dgm:pt modelId="{460BD468-A79F-411B-B9DD-223659CC1BE1}" type="pres">
      <dgm:prSet presAssocID="{1A0E7630-779F-4184-845A-F1951D765352}" presName="hierChild4" presStyleCnt="0"/>
      <dgm:spPr/>
    </dgm:pt>
    <dgm:pt modelId="{C363FEF5-4AC5-4186-9AE5-8FBAA419A99B}" type="pres">
      <dgm:prSet presAssocID="{1A0E7630-779F-4184-845A-F1951D765352}" presName="hierChild5" presStyleCnt="0"/>
      <dgm:spPr/>
    </dgm:pt>
    <dgm:pt modelId="{3EEAFF28-5F12-42BE-BEDC-2E65D90D125D}" type="pres">
      <dgm:prSet presAssocID="{FC9E20A9-A508-41DC-849F-54771289A123}" presName="hierChild5" presStyleCnt="0"/>
      <dgm:spPr/>
    </dgm:pt>
    <dgm:pt modelId="{CE447053-FF67-4DC8-A269-EB9E09BEB89A}" type="pres">
      <dgm:prSet presAssocID="{92F9BBA0-4F0E-4286-9795-EE78D927F181}" presName="hierChild3" presStyleCnt="0"/>
      <dgm:spPr/>
    </dgm:pt>
  </dgm:ptLst>
  <dgm:cxnLst>
    <dgm:cxn modelId="{75520C05-A33E-4500-962F-1875903A14DE}" srcId="{92F9BBA0-4F0E-4286-9795-EE78D927F181}" destId="{FC9E20A9-A508-41DC-849F-54771289A123}" srcOrd="0" destOrd="0" parTransId="{7767A0EF-3E15-44FC-83BD-E5A72F7DBA01}" sibTransId="{662DAF81-BD2E-4962-AD89-025FD20F16D2}"/>
    <dgm:cxn modelId="{863D1821-F77D-4A8D-B123-55B3ACD6E23B}" srcId="{FC9E20A9-A508-41DC-849F-54771289A123}" destId="{1A0E7630-779F-4184-845A-F1951D765352}" srcOrd="0" destOrd="0" parTransId="{89A4E709-3623-4A38-BC13-B201E5FCAE7F}" sibTransId="{E762C4A0-13D9-4D48-9802-D13F353568E8}"/>
    <dgm:cxn modelId="{B435BA25-DA24-49C6-9846-0C2D9C29FD84}" type="presOf" srcId="{A8C25A84-9B1F-4FFE-B9E7-FC12081EC95C}" destId="{37830B21-8FAC-4D42-9F56-04B71D7D25B3}" srcOrd="0" destOrd="0" presId="urn:microsoft.com/office/officeart/2009/3/layout/HorizontalOrganizationChart"/>
    <dgm:cxn modelId="{59195A77-975A-4C81-B967-24242B608DED}" type="presOf" srcId="{89A4E709-3623-4A38-BC13-B201E5FCAE7F}" destId="{321EE954-96E1-4A92-A313-B7ECC5025C41}" srcOrd="0" destOrd="0" presId="urn:microsoft.com/office/officeart/2009/3/layout/HorizontalOrganizationChart"/>
    <dgm:cxn modelId="{56ED867C-1457-4994-B2E5-E9ADBD091886}" type="presOf" srcId="{FC9E20A9-A508-41DC-849F-54771289A123}" destId="{A6AC235F-0311-4707-9BF6-C364BB4A53EF}" srcOrd="0" destOrd="0" presId="urn:microsoft.com/office/officeart/2009/3/layout/HorizontalOrganizationChart"/>
    <dgm:cxn modelId="{AA68C684-5C21-4CDF-AFD5-FEE0CCAC626C}" type="presOf" srcId="{92F9BBA0-4F0E-4286-9795-EE78D927F181}" destId="{67B0EE09-6117-4138-B27D-E56762DAA86B}" srcOrd="0" destOrd="0" presId="urn:microsoft.com/office/officeart/2009/3/layout/HorizontalOrganizationChart"/>
    <dgm:cxn modelId="{AEDBB0A8-1692-4222-A5CC-3ABFC7A2DBD0}" type="presOf" srcId="{1A0E7630-779F-4184-845A-F1951D765352}" destId="{BE0ECDCE-0A6B-440C-95AD-D007AFEA7E23}" srcOrd="0" destOrd="0" presId="urn:microsoft.com/office/officeart/2009/3/layout/HorizontalOrganizationChart"/>
    <dgm:cxn modelId="{BEB531B4-063E-4282-B8B3-EAC2D986C64B}" type="presOf" srcId="{1A0E7630-779F-4184-845A-F1951D765352}" destId="{4A17F40A-650B-4230-B714-D125E76332E7}" srcOrd="1" destOrd="0" presId="urn:microsoft.com/office/officeart/2009/3/layout/HorizontalOrganizationChart"/>
    <dgm:cxn modelId="{688E67B7-7F6A-4FF2-8F16-419034CBA7F6}" type="presOf" srcId="{FC9E20A9-A508-41DC-849F-54771289A123}" destId="{652D0B30-B34C-49B6-83D0-8D0A532C864D}" srcOrd="1" destOrd="0" presId="urn:microsoft.com/office/officeart/2009/3/layout/HorizontalOrganizationChart"/>
    <dgm:cxn modelId="{701FB8BD-622F-4717-BEBF-2DA9E852F46C}" type="presOf" srcId="{7767A0EF-3E15-44FC-83BD-E5A72F7DBA01}" destId="{FA95B31E-E07D-494F-8E84-A20356970766}" srcOrd="0" destOrd="0" presId="urn:microsoft.com/office/officeart/2009/3/layout/HorizontalOrganizationChart"/>
    <dgm:cxn modelId="{3EDBC5C1-1A64-46D2-AF73-898ECD9FE37F}" type="presOf" srcId="{92F9BBA0-4F0E-4286-9795-EE78D927F181}" destId="{B027AEA8-0462-4A24-A2B2-2658CE06C8E0}" srcOrd="1" destOrd="0" presId="urn:microsoft.com/office/officeart/2009/3/layout/HorizontalOrganizationChart"/>
    <dgm:cxn modelId="{706528C2-3F9A-41CD-B093-304C1A396720}" srcId="{A8C25A84-9B1F-4FFE-B9E7-FC12081EC95C}" destId="{92F9BBA0-4F0E-4286-9795-EE78D927F181}" srcOrd="0" destOrd="0" parTransId="{C8D7FC7A-ECF4-46F8-9B6B-8AB17D9E4684}" sibTransId="{62AB5FE4-D1CF-4B36-8560-BFB181CCE056}"/>
    <dgm:cxn modelId="{5D80AC5B-0D2F-4712-9F11-D07E93AE6D51}" type="presParOf" srcId="{37830B21-8FAC-4D42-9F56-04B71D7D25B3}" destId="{8233BA4C-9A7B-4305-AD7A-8E5152CF0A17}" srcOrd="0" destOrd="0" presId="urn:microsoft.com/office/officeart/2009/3/layout/HorizontalOrganizationChart"/>
    <dgm:cxn modelId="{85EC2C04-BB59-4D30-8AFB-6B1A0F8438E0}" type="presParOf" srcId="{8233BA4C-9A7B-4305-AD7A-8E5152CF0A17}" destId="{C27812DD-2049-4F72-AA44-BC00E50CA35B}" srcOrd="0" destOrd="0" presId="urn:microsoft.com/office/officeart/2009/3/layout/HorizontalOrganizationChart"/>
    <dgm:cxn modelId="{E84AB64D-6DD8-4475-B65E-68C66921C865}" type="presParOf" srcId="{C27812DD-2049-4F72-AA44-BC00E50CA35B}" destId="{67B0EE09-6117-4138-B27D-E56762DAA86B}" srcOrd="0" destOrd="0" presId="urn:microsoft.com/office/officeart/2009/3/layout/HorizontalOrganizationChart"/>
    <dgm:cxn modelId="{AE541878-84B3-4A75-BC2D-B6373439D0F1}" type="presParOf" srcId="{C27812DD-2049-4F72-AA44-BC00E50CA35B}" destId="{B027AEA8-0462-4A24-A2B2-2658CE06C8E0}" srcOrd="1" destOrd="0" presId="urn:microsoft.com/office/officeart/2009/3/layout/HorizontalOrganizationChart"/>
    <dgm:cxn modelId="{AC2D71B5-490E-4775-B8B6-384A2B542BCE}" type="presParOf" srcId="{8233BA4C-9A7B-4305-AD7A-8E5152CF0A17}" destId="{E469C099-6364-48B0-8CB3-1BB4DA55D2A7}" srcOrd="1" destOrd="0" presId="urn:microsoft.com/office/officeart/2009/3/layout/HorizontalOrganizationChart"/>
    <dgm:cxn modelId="{37DD0A52-8A6D-440E-B0CE-C2BDA0B2B07F}" type="presParOf" srcId="{E469C099-6364-48B0-8CB3-1BB4DA55D2A7}" destId="{FA95B31E-E07D-494F-8E84-A20356970766}" srcOrd="0" destOrd="0" presId="urn:microsoft.com/office/officeart/2009/3/layout/HorizontalOrganizationChart"/>
    <dgm:cxn modelId="{11CED45A-5757-4912-A66D-EE8C34E4458E}" type="presParOf" srcId="{E469C099-6364-48B0-8CB3-1BB4DA55D2A7}" destId="{3AC8F8E6-C81A-45F6-9400-8E902B80640E}" srcOrd="1" destOrd="0" presId="urn:microsoft.com/office/officeart/2009/3/layout/HorizontalOrganizationChart"/>
    <dgm:cxn modelId="{FFDD3B99-7433-4040-86B4-75FDCD5408E1}" type="presParOf" srcId="{3AC8F8E6-C81A-45F6-9400-8E902B80640E}" destId="{FD07EF43-04F3-4D0A-A64A-F38D74DBBE5A}" srcOrd="0" destOrd="0" presId="urn:microsoft.com/office/officeart/2009/3/layout/HorizontalOrganizationChart"/>
    <dgm:cxn modelId="{C58ABB91-FB7A-42C4-9C78-B7FC2439CC44}" type="presParOf" srcId="{FD07EF43-04F3-4D0A-A64A-F38D74DBBE5A}" destId="{A6AC235F-0311-4707-9BF6-C364BB4A53EF}" srcOrd="0" destOrd="0" presId="urn:microsoft.com/office/officeart/2009/3/layout/HorizontalOrganizationChart"/>
    <dgm:cxn modelId="{1278160D-92EB-4381-B35B-AACF5678E75C}" type="presParOf" srcId="{FD07EF43-04F3-4D0A-A64A-F38D74DBBE5A}" destId="{652D0B30-B34C-49B6-83D0-8D0A532C864D}" srcOrd="1" destOrd="0" presId="urn:microsoft.com/office/officeart/2009/3/layout/HorizontalOrganizationChart"/>
    <dgm:cxn modelId="{7E41FA8B-47E2-4322-8DA5-04C7B1466618}" type="presParOf" srcId="{3AC8F8E6-C81A-45F6-9400-8E902B80640E}" destId="{17B2FB84-6DF4-4978-9293-852AC215369A}" srcOrd="1" destOrd="0" presId="urn:microsoft.com/office/officeart/2009/3/layout/HorizontalOrganizationChart"/>
    <dgm:cxn modelId="{CB1D3B8B-E231-4968-8944-DC7251FE6C2A}" type="presParOf" srcId="{17B2FB84-6DF4-4978-9293-852AC215369A}" destId="{321EE954-96E1-4A92-A313-B7ECC5025C41}" srcOrd="0" destOrd="0" presId="urn:microsoft.com/office/officeart/2009/3/layout/HorizontalOrganizationChart"/>
    <dgm:cxn modelId="{35153DF3-A614-4229-9633-4763EA031CB9}" type="presParOf" srcId="{17B2FB84-6DF4-4978-9293-852AC215369A}" destId="{BA0738E7-A68D-4CCF-8AA6-E7AE951FBBE1}" srcOrd="1" destOrd="0" presId="urn:microsoft.com/office/officeart/2009/3/layout/HorizontalOrganizationChart"/>
    <dgm:cxn modelId="{B43958A5-745E-43FF-900B-4C73EDAEB252}" type="presParOf" srcId="{BA0738E7-A68D-4CCF-8AA6-E7AE951FBBE1}" destId="{97EC4ADF-F149-45D1-8961-668E0542B8D5}" srcOrd="0" destOrd="0" presId="urn:microsoft.com/office/officeart/2009/3/layout/HorizontalOrganizationChart"/>
    <dgm:cxn modelId="{D41E4436-4C0B-417B-97EE-D29A3B8AD90F}" type="presParOf" srcId="{97EC4ADF-F149-45D1-8961-668E0542B8D5}" destId="{BE0ECDCE-0A6B-440C-95AD-D007AFEA7E23}" srcOrd="0" destOrd="0" presId="urn:microsoft.com/office/officeart/2009/3/layout/HorizontalOrganizationChart"/>
    <dgm:cxn modelId="{0033D05E-D1F5-4174-8C48-9A6AEDF90BD3}" type="presParOf" srcId="{97EC4ADF-F149-45D1-8961-668E0542B8D5}" destId="{4A17F40A-650B-4230-B714-D125E76332E7}" srcOrd="1" destOrd="0" presId="urn:microsoft.com/office/officeart/2009/3/layout/HorizontalOrganizationChart"/>
    <dgm:cxn modelId="{1009C563-5604-4F60-B951-D70E1A0FDFDD}" type="presParOf" srcId="{BA0738E7-A68D-4CCF-8AA6-E7AE951FBBE1}" destId="{460BD468-A79F-411B-B9DD-223659CC1BE1}" srcOrd="1" destOrd="0" presId="urn:microsoft.com/office/officeart/2009/3/layout/HorizontalOrganizationChart"/>
    <dgm:cxn modelId="{B81421F3-66B7-4960-ACA7-0415659F1FFF}" type="presParOf" srcId="{BA0738E7-A68D-4CCF-8AA6-E7AE951FBBE1}" destId="{C363FEF5-4AC5-4186-9AE5-8FBAA419A99B}" srcOrd="2" destOrd="0" presId="urn:microsoft.com/office/officeart/2009/3/layout/HorizontalOrganizationChart"/>
    <dgm:cxn modelId="{9C66F155-A8B1-45AB-9752-6F79BE2F5058}" type="presParOf" srcId="{3AC8F8E6-C81A-45F6-9400-8E902B80640E}" destId="{3EEAFF28-5F12-42BE-BEDC-2E65D90D125D}" srcOrd="2" destOrd="0" presId="urn:microsoft.com/office/officeart/2009/3/layout/HorizontalOrganizationChart"/>
    <dgm:cxn modelId="{96F7F35B-E1C7-4D08-AB77-16B468DD5BB3}" type="presParOf" srcId="{8233BA4C-9A7B-4305-AD7A-8E5152CF0A17}" destId="{CE447053-FF67-4DC8-A269-EB9E09BEB89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C25A84-9B1F-4FFE-B9E7-FC12081EC95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92F9BBA0-4F0E-4286-9795-EE78D927F181}">
      <dgm:prSet phldrT="[Text]" custT="1"/>
      <dgm:spPr/>
      <dgm:t>
        <a:bodyPr/>
        <a:lstStyle/>
        <a:p>
          <a:r>
            <a:rPr lang="it-IT" sz="1200" dirty="0"/>
            <a:t>Scelta randomica di un sito k</a:t>
          </a:r>
        </a:p>
      </dgm:t>
    </dgm:pt>
    <dgm:pt modelId="{C8D7FC7A-ECF4-46F8-9B6B-8AB17D9E4684}" type="parTrans" cxnId="{706528C2-3F9A-41CD-B093-304C1A396720}">
      <dgm:prSet/>
      <dgm:spPr/>
      <dgm:t>
        <a:bodyPr/>
        <a:lstStyle/>
        <a:p>
          <a:endParaRPr lang="it-IT"/>
        </a:p>
      </dgm:t>
    </dgm:pt>
    <dgm:pt modelId="{62AB5FE4-D1CF-4B36-8560-BFB181CCE056}" type="sibTrans" cxnId="{706528C2-3F9A-41CD-B093-304C1A396720}">
      <dgm:prSet/>
      <dgm:spPr/>
      <dgm:t>
        <a:bodyPr/>
        <a:lstStyle/>
        <a:p>
          <a:endParaRPr lang="it-IT"/>
        </a:p>
      </dgm:t>
    </dgm:pt>
    <dgm:pt modelId="{ACFF379F-3E1D-4DAE-BC05-BAA5A0CA145D}">
      <dgm:prSet phldrT="[Text]" custT="1"/>
      <dgm:spPr/>
      <dgm:t>
        <a:bodyPr/>
        <a:lstStyle/>
        <a:p>
          <a:r>
            <a:rPr lang="it-IT" sz="1200" dirty="0"/>
            <a:t>k = 0; </a:t>
          </a:r>
        </a:p>
        <a:p>
          <a:r>
            <a:rPr lang="it-IT" sz="1200" dirty="0"/>
            <a:t>n(1) = 0</a:t>
          </a:r>
        </a:p>
      </dgm:t>
    </dgm:pt>
    <dgm:pt modelId="{3CB908C1-2CF2-44F8-A618-A8C9618DADBC}" type="parTrans" cxnId="{5F29EB39-92E6-40EE-B247-B13BC84FFD82}">
      <dgm:prSet/>
      <dgm:spPr/>
      <dgm:t>
        <a:bodyPr/>
        <a:lstStyle/>
        <a:p>
          <a:endParaRPr lang="it-IT"/>
        </a:p>
      </dgm:t>
    </dgm:pt>
    <dgm:pt modelId="{83D1FF93-CFFA-4FCD-9EEA-715BB8CD8A78}" type="sibTrans" cxnId="{5F29EB39-92E6-40EE-B247-B13BC84FFD82}">
      <dgm:prSet/>
      <dgm:spPr/>
      <dgm:t>
        <a:bodyPr/>
        <a:lstStyle/>
        <a:p>
          <a:endParaRPr lang="it-IT"/>
        </a:p>
      </dgm:t>
    </dgm:pt>
    <dgm:pt modelId="{55B96574-ED51-4784-A59B-ED15AD3DA578}">
      <dgm:prSet phldrT="[Text]" custT="1"/>
      <dgm:spPr/>
      <dgm:t>
        <a:bodyPr/>
        <a:lstStyle/>
        <a:p>
          <a:r>
            <a:rPr lang="it-IT" sz="1100" dirty="0"/>
            <a:t> Iniezione della particella nel reticolo con rate α</a:t>
          </a:r>
        </a:p>
      </dgm:t>
    </dgm:pt>
    <dgm:pt modelId="{037E578C-8180-47A0-9546-97824354F32E}" type="parTrans" cxnId="{8E297E23-61E1-4BDC-90DD-8BF74526DF2B}">
      <dgm:prSet/>
      <dgm:spPr/>
      <dgm:t>
        <a:bodyPr/>
        <a:lstStyle/>
        <a:p>
          <a:endParaRPr lang="it-IT"/>
        </a:p>
      </dgm:t>
    </dgm:pt>
    <dgm:pt modelId="{907437BB-510E-4B10-A79D-24889B9CC8A1}" type="sibTrans" cxnId="{8E297E23-61E1-4BDC-90DD-8BF74526DF2B}">
      <dgm:prSet/>
      <dgm:spPr/>
      <dgm:t>
        <a:bodyPr/>
        <a:lstStyle/>
        <a:p>
          <a:endParaRPr lang="it-IT"/>
        </a:p>
      </dgm:t>
    </dgm:pt>
    <dgm:pt modelId="{FC9E20A9-A508-41DC-849F-54771289A123}">
      <dgm:prSet phldrT="[Text]" custT="1"/>
      <dgm:spPr/>
      <dgm:t>
        <a:bodyPr/>
        <a:lstStyle/>
        <a:p>
          <a:r>
            <a:rPr lang="it-IT" sz="1100" dirty="0"/>
            <a:t>k = 0, 1, …L; </a:t>
          </a:r>
        </a:p>
        <a:p>
          <a:r>
            <a:rPr lang="it-IT" sz="1100" dirty="0"/>
            <a:t>n(k) = 1;  </a:t>
          </a:r>
        </a:p>
        <a:p>
          <a:r>
            <a:rPr lang="it-IT" sz="1100" dirty="0"/>
            <a:t>n(k+1) = 0;</a:t>
          </a:r>
        </a:p>
      </dgm:t>
    </dgm:pt>
    <dgm:pt modelId="{7767A0EF-3E15-44FC-83BD-E5A72F7DBA01}" type="parTrans" cxnId="{75520C05-A33E-4500-962F-1875903A14DE}">
      <dgm:prSet/>
      <dgm:spPr/>
      <dgm:t>
        <a:bodyPr/>
        <a:lstStyle/>
        <a:p>
          <a:endParaRPr lang="it-IT"/>
        </a:p>
      </dgm:t>
    </dgm:pt>
    <dgm:pt modelId="{662DAF81-BD2E-4962-AD89-025FD20F16D2}" type="sibTrans" cxnId="{75520C05-A33E-4500-962F-1875903A14DE}">
      <dgm:prSet/>
      <dgm:spPr/>
      <dgm:t>
        <a:bodyPr/>
        <a:lstStyle/>
        <a:p>
          <a:endParaRPr lang="it-IT"/>
        </a:p>
      </dgm:t>
    </dgm:pt>
    <dgm:pt modelId="{53A8F692-D256-4D7A-83A3-77BBF011A171}">
      <dgm:prSet phldrT="[Text]" custT="1"/>
      <dgm:spPr/>
      <dgm:t>
        <a:bodyPr/>
        <a:lstStyle/>
        <a:p>
          <a:r>
            <a:rPr lang="it-IT" sz="1100" dirty="0"/>
            <a:t>k = L;  </a:t>
          </a:r>
        </a:p>
        <a:p>
          <a:r>
            <a:rPr lang="it-IT" sz="1100" dirty="0"/>
            <a:t>n(L) = 1;</a:t>
          </a:r>
          <a:r>
            <a:rPr lang="it-IT" sz="1500" dirty="0"/>
            <a:t> </a:t>
          </a:r>
        </a:p>
      </dgm:t>
    </dgm:pt>
    <dgm:pt modelId="{F5384764-25C1-4337-B3EB-3C46F358A6E0}" type="parTrans" cxnId="{25B75A5B-99C6-470B-A7B8-88DCBB315B93}">
      <dgm:prSet/>
      <dgm:spPr/>
      <dgm:t>
        <a:bodyPr/>
        <a:lstStyle/>
        <a:p>
          <a:endParaRPr lang="it-IT"/>
        </a:p>
      </dgm:t>
    </dgm:pt>
    <dgm:pt modelId="{6670CFBA-AD28-4A29-8441-D008B56F5DBC}" type="sibTrans" cxnId="{25B75A5B-99C6-470B-A7B8-88DCBB315B93}">
      <dgm:prSet/>
      <dgm:spPr/>
      <dgm:t>
        <a:bodyPr/>
        <a:lstStyle/>
        <a:p>
          <a:endParaRPr lang="it-IT"/>
        </a:p>
      </dgm:t>
    </dgm:pt>
    <dgm:pt modelId="{B24B8A7C-99FB-4B39-BDB7-80A7EE593D1F}">
      <dgm:prSet phldrT="[Text]" custT="1"/>
      <dgm:spPr/>
      <dgm:t>
        <a:bodyPr/>
        <a:lstStyle/>
        <a:p>
          <a:r>
            <a:rPr lang="it-IT" sz="1100" dirty="0"/>
            <a:t>Espulsione della particella dal reticolo con rate β</a:t>
          </a:r>
        </a:p>
      </dgm:t>
    </dgm:pt>
    <dgm:pt modelId="{D86E6902-E8E3-41D4-9A23-3217D1D2E557}" type="parTrans" cxnId="{E0EB31F4-708A-43E9-92FE-13EF19CE38D4}">
      <dgm:prSet/>
      <dgm:spPr/>
      <dgm:t>
        <a:bodyPr/>
        <a:lstStyle/>
        <a:p>
          <a:endParaRPr lang="it-IT"/>
        </a:p>
      </dgm:t>
    </dgm:pt>
    <dgm:pt modelId="{D0E8ECF2-2977-4F84-8E0E-CFC2914E8E0F}" type="sibTrans" cxnId="{E0EB31F4-708A-43E9-92FE-13EF19CE38D4}">
      <dgm:prSet/>
      <dgm:spPr/>
      <dgm:t>
        <a:bodyPr/>
        <a:lstStyle/>
        <a:p>
          <a:endParaRPr lang="it-IT"/>
        </a:p>
      </dgm:t>
    </dgm:pt>
    <dgm:pt modelId="{1A0E7630-779F-4184-845A-F1951D765352}">
      <dgm:prSet phldrT="[Text]" custT="1"/>
      <dgm:spPr/>
      <dgm:t>
        <a:bodyPr/>
        <a:lstStyle/>
        <a:p>
          <a:r>
            <a:rPr lang="it-IT" sz="1100" dirty="0"/>
            <a:t>Particella si sposta </a:t>
          </a:r>
          <a:br>
            <a:rPr lang="it-IT" sz="1100" dirty="0"/>
          </a:br>
          <a:r>
            <a:rPr lang="it-IT" sz="1100" dirty="0"/>
            <a:t>da k a k+1</a:t>
          </a:r>
        </a:p>
      </dgm:t>
    </dgm:pt>
    <dgm:pt modelId="{89A4E709-3623-4A38-BC13-B201E5FCAE7F}" type="parTrans" cxnId="{863D1821-F77D-4A8D-B123-55B3ACD6E23B}">
      <dgm:prSet/>
      <dgm:spPr/>
      <dgm:t>
        <a:bodyPr/>
        <a:lstStyle/>
        <a:p>
          <a:endParaRPr lang="it-IT"/>
        </a:p>
      </dgm:t>
    </dgm:pt>
    <dgm:pt modelId="{E762C4A0-13D9-4D48-9802-D13F353568E8}" type="sibTrans" cxnId="{863D1821-F77D-4A8D-B123-55B3ACD6E23B}">
      <dgm:prSet/>
      <dgm:spPr/>
      <dgm:t>
        <a:bodyPr/>
        <a:lstStyle/>
        <a:p>
          <a:endParaRPr lang="it-IT"/>
        </a:p>
      </dgm:t>
    </dgm:pt>
    <dgm:pt modelId="{A7A89993-30AC-4CB7-A9C7-9A4050C60CE2}" type="pres">
      <dgm:prSet presAssocID="{A8C25A84-9B1F-4FFE-B9E7-FC12081EC95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34D9CAD-970B-4FBE-B2B0-343E0ED920F3}" type="pres">
      <dgm:prSet presAssocID="{92F9BBA0-4F0E-4286-9795-EE78D927F181}" presName="hierRoot1" presStyleCnt="0">
        <dgm:presLayoutVars>
          <dgm:hierBranch val="init"/>
        </dgm:presLayoutVars>
      </dgm:prSet>
      <dgm:spPr/>
    </dgm:pt>
    <dgm:pt modelId="{5F6000E4-513F-42E6-A5EF-7D52813CA8B1}" type="pres">
      <dgm:prSet presAssocID="{92F9BBA0-4F0E-4286-9795-EE78D927F181}" presName="rootComposite1" presStyleCnt="0"/>
      <dgm:spPr/>
    </dgm:pt>
    <dgm:pt modelId="{5ABB22A5-419B-4DA4-B669-25D3E31A4B10}" type="pres">
      <dgm:prSet presAssocID="{92F9BBA0-4F0E-4286-9795-EE78D927F181}" presName="rootText1" presStyleLbl="node0" presStyleIdx="0" presStyleCnt="1">
        <dgm:presLayoutVars>
          <dgm:chPref val="3"/>
        </dgm:presLayoutVars>
      </dgm:prSet>
      <dgm:spPr/>
    </dgm:pt>
    <dgm:pt modelId="{C6394A13-D76C-4DF3-9633-7C84BBAF1656}" type="pres">
      <dgm:prSet presAssocID="{92F9BBA0-4F0E-4286-9795-EE78D927F181}" presName="rootConnector1" presStyleLbl="node1" presStyleIdx="0" presStyleCnt="0"/>
      <dgm:spPr/>
    </dgm:pt>
    <dgm:pt modelId="{B8970C00-97E6-4332-947F-115088FB34A2}" type="pres">
      <dgm:prSet presAssocID="{92F9BBA0-4F0E-4286-9795-EE78D927F181}" presName="hierChild2" presStyleCnt="0"/>
      <dgm:spPr/>
    </dgm:pt>
    <dgm:pt modelId="{057F5B3F-6967-4DBF-A0D9-0DDE8FF7B4DD}" type="pres">
      <dgm:prSet presAssocID="{3CB908C1-2CF2-44F8-A618-A8C9618DADBC}" presName="Name64" presStyleLbl="parChTrans1D2" presStyleIdx="0" presStyleCnt="3"/>
      <dgm:spPr/>
    </dgm:pt>
    <dgm:pt modelId="{B457B5B6-BCA4-473F-B1F2-711D6B765F61}" type="pres">
      <dgm:prSet presAssocID="{ACFF379F-3E1D-4DAE-BC05-BAA5A0CA145D}" presName="hierRoot2" presStyleCnt="0">
        <dgm:presLayoutVars>
          <dgm:hierBranch val="init"/>
        </dgm:presLayoutVars>
      </dgm:prSet>
      <dgm:spPr/>
    </dgm:pt>
    <dgm:pt modelId="{2DAFA687-6A39-462D-B023-29CCAFF8398A}" type="pres">
      <dgm:prSet presAssocID="{ACFF379F-3E1D-4DAE-BC05-BAA5A0CA145D}" presName="rootComposite" presStyleCnt="0"/>
      <dgm:spPr/>
    </dgm:pt>
    <dgm:pt modelId="{BEBCBEE6-3CE7-4407-850D-CFF3C8DE52E8}" type="pres">
      <dgm:prSet presAssocID="{ACFF379F-3E1D-4DAE-BC05-BAA5A0CA145D}" presName="rootText" presStyleLbl="node2" presStyleIdx="0" presStyleCnt="3">
        <dgm:presLayoutVars>
          <dgm:chPref val="3"/>
        </dgm:presLayoutVars>
      </dgm:prSet>
      <dgm:spPr/>
    </dgm:pt>
    <dgm:pt modelId="{D02D0D1B-C010-4C38-BB31-664B8EED67A7}" type="pres">
      <dgm:prSet presAssocID="{ACFF379F-3E1D-4DAE-BC05-BAA5A0CA145D}" presName="rootConnector" presStyleLbl="node2" presStyleIdx="0" presStyleCnt="3"/>
      <dgm:spPr/>
    </dgm:pt>
    <dgm:pt modelId="{BC9525B3-35A0-44F8-A352-7E6386FE68C0}" type="pres">
      <dgm:prSet presAssocID="{ACFF379F-3E1D-4DAE-BC05-BAA5A0CA145D}" presName="hierChild4" presStyleCnt="0"/>
      <dgm:spPr/>
    </dgm:pt>
    <dgm:pt modelId="{C3D1235D-3227-4E55-9216-588B1939D45C}" type="pres">
      <dgm:prSet presAssocID="{037E578C-8180-47A0-9546-97824354F32E}" presName="Name64" presStyleLbl="parChTrans1D3" presStyleIdx="0" presStyleCnt="3"/>
      <dgm:spPr/>
    </dgm:pt>
    <dgm:pt modelId="{94447076-F0F0-4B66-8FF5-36C0908463E8}" type="pres">
      <dgm:prSet presAssocID="{55B96574-ED51-4784-A59B-ED15AD3DA578}" presName="hierRoot2" presStyleCnt="0">
        <dgm:presLayoutVars>
          <dgm:hierBranch val="init"/>
        </dgm:presLayoutVars>
      </dgm:prSet>
      <dgm:spPr/>
    </dgm:pt>
    <dgm:pt modelId="{0DAC2F77-0522-4571-B2D4-4132186DAA33}" type="pres">
      <dgm:prSet presAssocID="{55B96574-ED51-4784-A59B-ED15AD3DA578}" presName="rootComposite" presStyleCnt="0"/>
      <dgm:spPr/>
    </dgm:pt>
    <dgm:pt modelId="{52FFB9AB-4CD1-4D4A-9AB2-BA7EC02284D2}" type="pres">
      <dgm:prSet presAssocID="{55B96574-ED51-4784-A59B-ED15AD3DA578}" presName="rootText" presStyleLbl="node3" presStyleIdx="0" presStyleCnt="3">
        <dgm:presLayoutVars>
          <dgm:chPref val="3"/>
        </dgm:presLayoutVars>
      </dgm:prSet>
      <dgm:spPr/>
    </dgm:pt>
    <dgm:pt modelId="{BD69D3CB-929B-4D2F-9DD0-70B9D8F1BC10}" type="pres">
      <dgm:prSet presAssocID="{55B96574-ED51-4784-A59B-ED15AD3DA578}" presName="rootConnector" presStyleLbl="node3" presStyleIdx="0" presStyleCnt="3"/>
      <dgm:spPr/>
    </dgm:pt>
    <dgm:pt modelId="{0D853D8C-686E-443A-9852-4E97D3502E3C}" type="pres">
      <dgm:prSet presAssocID="{55B96574-ED51-4784-A59B-ED15AD3DA578}" presName="hierChild4" presStyleCnt="0"/>
      <dgm:spPr/>
    </dgm:pt>
    <dgm:pt modelId="{91BC4D7B-D8B8-4331-B648-1DE59811AB5A}" type="pres">
      <dgm:prSet presAssocID="{55B96574-ED51-4784-A59B-ED15AD3DA578}" presName="hierChild5" presStyleCnt="0"/>
      <dgm:spPr/>
    </dgm:pt>
    <dgm:pt modelId="{9C247D06-6C3E-46CC-8B91-BFE9AC3C2CB9}" type="pres">
      <dgm:prSet presAssocID="{ACFF379F-3E1D-4DAE-BC05-BAA5A0CA145D}" presName="hierChild5" presStyleCnt="0"/>
      <dgm:spPr/>
    </dgm:pt>
    <dgm:pt modelId="{059AA068-81A6-4A69-90B1-E57CF530D978}" type="pres">
      <dgm:prSet presAssocID="{7767A0EF-3E15-44FC-83BD-E5A72F7DBA01}" presName="Name64" presStyleLbl="parChTrans1D2" presStyleIdx="1" presStyleCnt="3"/>
      <dgm:spPr/>
    </dgm:pt>
    <dgm:pt modelId="{385D60BA-EF97-4217-B715-A3099CF60AF0}" type="pres">
      <dgm:prSet presAssocID="{FC9E20A9-A508-41DC-849F-54771289A123}" presName="hierRoot2" presStyleCnt="0">
        <dgm:presLayoutVars>
          <dgm:hierBranch val="init"/>
        </dgm:presLayoutVars>
      </dgm:prSet>
      <dgm:spPr/>
    </dgm:pt>
    <dgm:pt modelId="{8B51D7D6-2D49-4468-8EB2-916AE9D68ADC}" type="pres">
      <dgm:prSet presAssocID="{FC9E20A9-A508-41DC-849F-54771289A123}" presName="rootComposite" presStyleCnt="0"/>
      <dgm:spPr/>
    </dgm:pt>
    <dgm:pt modelId="{29B303C7-38CA-44B4-91C4-B9113BDB0872}" type="pres">
      <dgm:prSet presAssocID="{FC9E20A9-A508-41DC-849F-54771289A123}" presName="rootText" presStyleLbl="node2" presStyleIdx="1" presStyleCnt="3" custScaleY="132473">
        <dgm:presLayoutVars>
          <dgm:chPref val="3"/>
        </dgm:presLayoutVars>
      </dgm:prSet>
      <dgm:spPr/>
    </dgm:pt>
    <dgm:pt modelId="{A0FDD416-9A7E-4D09-92D5-996FAA162FA5}" type="pres">
      <dgm:prSet presAssocID="{FC9E20A9-A508-41DC-849F-54771289A123}" presName="rootConnector" presStyleLbl="node2" presStyleIdx="1" presStyleCnt="3"/>
      <dgm:spPr/>
    </dgm:pt>
    <dgm:pt modelId="{4E42EF49-D4BB-49F7-82D7-D765213341D9}" type="pres">
      <dgm:prSet presAssocID="{FC9E20A9-A508-41DC-849F-54771289A123}" presName="hierChild4" presStyleCnt="0"/>
      <dgm:spPr/>
    </dgm:pt>
    <dgm:pt modelId="{2D3CD1E3-249F-4389-81BB-3D14D854AF67}" type="pres">
      <dgm:prSet presAssocID="{89A4E709-3623-4A38-BC13-B201E5FCAE7F}" presName="Name64" presStyleLbl="parChTrans1D3" presStyleIdx="1" presStyleCnt="3"/>
      <dgm:spPr/>
    </dgm:pt>
    <dgm:pt modelId="{A3855B00-7B36-4F47-8775-A178993F31DD}" type="pres">
      <dgm:prSet presAssocID="{1A0E7630-779F-4184-845A-F1951D765352}" presName="hierRoot2" presStyleCnt="0">
        <dgm:presLayoutVars>
          <dgm:hierBranch val="init"/>
        </dgm:presLayoutVars>
      </dgm:prSet>
      <dgm:spPr/>
    </dgm:pt>
    <dgm:pt modelId="{63C0F165-3AB0-4203-931F-204ED7A11CD1}" type="pres">
      <dgm:prSet presAssocID="{1A0E7630-779F-4184-845A-F1951D765352}" presName="rootComposite" presStyleCnt="0"/>
      <dgm:spPr/>
    </dgm:pt>
    <dgm:pt modelId="{14F08E70-0282-45B7-B09B-EE2E0B1F7113}" type="pres">
      <dgm:prSet presAssocID="{1A0E7630-779F-4184-845A-F1951D765352}" presName="rootText" presStyleLbl="node3" presStyleIdx="1" presStyleCnt="3">
        <dgm:presLayoutVars>
          <dgm:chPref val="3"/>
        </dgm:presLayoutVars>
      </dgm:prSet>
      <dgm:spPr/>
    </dgm:pt>
    <dgm:pt modelId="{FA646B1D-C7E8-4B13-AF91-501417113DDD}" type="pres">
      <dgm:prSet presAssocID="{1A0E7630-779F-4184-845A-F1951D765352}" presName="rootConnector" presStyleLbl="node3" presStyleIdx="1" presStyleCnt="3"/>
      <dgm:spPr/>
    </dgm:pt>
    <dgm:pt modelId="{2A169830-E41E-4E76-8A36-7B8625FE0689}" type="pres">
      <dgm:prSet presAssocID="{1A0E7630-779F-4184-845A-F1951D765352}" presName="hierChild4" presStyleCnt="0"/>
      <dgm:spPr/>
    </dgm:pt>
    <dgm:pt modelId="{48C778C7-3626-4C2F-B7A9-EC1682A0FFE7}" type="pres">
      <dgm:prSet presAssocID="{1A0E7630-779F-4184-845A-F1951D765352}" presName="hierChild5" presStyleCnt="0"/>
      <dgm:spPr/>
    </dgm:pt>
    <dgm:pt modelId="{7C8B60B3-AB20-410A-A3C5-78EB333519A0}" type="pres">
      <dgm:prSet presAssocID="{FC9E20A9-A508-41DC-849F-54771289A123}" presName="hierChild5" presStyleCnt="0"/>
      <dgm:spPr/>
    </dgm:pt>
    <dgm:pt modelId="{6BF8DA72-A6D2-4E26-B87E-67E04698346C}" type="pres">
      <dgm:prSet presAssocID="{F5384764-25C1-4337-B3EB-3C46F358A6E0}" presName="Name64" presStyleLbl="parChTrans1D2" presStyleIdx="2" presStyleCnt="3"/>
      <dgm:spPr/>
    </dgm:pt>
    <dgm:pt modelId="{61820059-483F-43CC-8C07-825632E503B7}" type="pres">
      <dgm:prSet presAssocID="{53A8F692-D256-4D7A-83A3-77BBF011A171}" presName="hierRoot2" presStyleCnt="0">
        <dgm:presLayoutVars>
          <dgm:hierBranch val="init"/>
        </dgm:presLayoutVars>
      </dgm:prSet>
      <dgm:spPr/>
    </dgm:pt>
    <dgm:pt modelId="{7DC7BDAE-B396-4A8C-AD32-1A8E0EEC4939}" type="pres">
      <dgm:prSet presAssocID="{53A8F692-D256-4D7A-83A3-77BBF011A171}" presName="rootComposite" presStyleCnt="0"/>
      <dgm:spPr/>
    </dgm:pt>
    <dgm:pt modelId="{A863B09E-5800-48B5-8D31-6810E2C04B75}" type="pres">
      <dgm:prSet presAssocID="{53A8F692-D256-4D7A-83A3-77BBF011A171}" presName="rootText" presStyleLbl="node2" presStyleIdx="2" presStyleCnt="3">
        <dgm:presLayoutVars>
          <dgm:chPref val="3"/>
        </dgm:presLayoutVars>
      </dgm:prSet>
      <dgm:spPr/>
    </dgm:pt>
    <dgm:pt modelId="{DE52C809-306B-442D-9C27-15CB1084A975}" type="pres">
      <dgm:prSet presAssocID="{53A8F692-D256-4D7A-83A3-77BBF011A171}" presName="rootConnector" presStyleLbl="node2" presStyleIdx="2" presStyleCnt="3"/>
      <dgm:spPr/>
    </dgm:pt>
    <dgm:pt modelId="{5A1ACB2E-D78D-4EA2-8F44-0F6806B7B073}" type="pres">
      <dgm:prSet presAssocID="{53A8F692-D256-4D7A-83A3-77BBF011A171}" presName="hierChild4" presStyleCnt="0"/>
      <dgm:spPr/>
    </dgm:pt>
    <dgm:pt modelId="{6714900D-6ABF-4072-AED3-32A2EE34C05B}" type="pres">
      <dgm:prSet presAssocID="{D86E6902-E8E3-41D4-9A23-3217D1D2E557}" presName="Name64" presStyleLbl="parChTrans1D3" presStyleIdx="2" presStyleCnt="3"/>
      <dgm:spPr/>
    </dgm:pt>
    <dgm:pt modelId="{658B1EC0-045C-4417-8107-83A0D2AA5522}" type="pres">
      <dgm:prSet presAssocID="{B24B8A7C-99FB-4B39-BDB7-80A7EE593D1F}" presName="hierRoot2" presStyleCnt="0">
        <dgm:presLayoutVars>
          <dgm:hierBranch val="init"/>
        </dgm:presLayoutVars>
      </dgm:prSet>
      <dgm:spPr/>
    </dgm:pt>
    <dgm:pt modelId="{2C4FDF1B-CD7D-4809-A5E6-BD291CD2B5B7}" type="pres">
      <dgm:prSet presAssocID="{B24B8A7C-99FB-4B39-BDB7-80A7EE593D1F}" presName="rootComposite" presStyleCnt="0"/>
      <dgm:spPr/>
    </dgm:pt>
    <dgm:pt modelId="{4110792F-12D2-4D52-8A1C-E35F1374A910}" type="pres">
      <dgm:prSet presAssocID="{B24B8A7C-99FB-4B39-BDB7-80A7EE593D1F}" presName="rootText" presStyleLbl="node3" presStyleIdx="2" presStyleCnt="3">
        <dgm:presLayoutVars>
          <dgm:chPref val="3"/>
        </dgm:presLayoutVars>
      </dgm:prSet>
      <dgm:spPr/>
    </dgm:pt>
    <dgm:pt modelId="{C55EF6A4-F253-45AD-AA22-0E2C34DA46F8}" type="pres">
      <dgm:prSet presAssocID="{B24B8A7C-99FB-4B39-BDB7-80A7EE593D1F}" presName="rootConnector" presStyleLbl="node3" presStyleIdx="2" presStyleCnt="3"/>
      <dgm:spPr/>
    </dgm:pt>
    <dgm:pt modelId="{91329CB4-3B5F-4CA4-94FD-61E00F8C072F}" type="pres">
      <dgm:prSet presAssocID="{B24B8A7C-99FB-4B39-BDB7-80A7EE593D1F}" presName="hierChild4" presStyleCnt="0"/>
      <dgm:spPr/>
    </dgm:pt>
    <dgm:pt modelId="{AABF8DDD-E0AE-497C-9C42-8C825D12A1F4}" type="pres">
      <dgm:prSet presAssocID="{B24B8A7C-99FB-4B39-BDB7-80A7EE593D1F}" presName="hierChild5" presStyleCnt="0"/>
      <dgm:spPr/>
    </dgm:pt>
    <dgm:pt modelId="{6FF8B748-A316-42BA-B319-034E47D89EF0}" type="pres">
      <dgm:prSet presAssocID="{53A8F692-D256-4D7A-83A3-77BBF011A171}" presName="hierChild5" presStyleCnt="0"/>
      <dgm:spPr/>
    </dgm:pt>
    <dgm:pt modelId="{940DC2CD-0A90-42E9-879F-C38287FBEF89}" type="pres">
      <dgm:prSet presAssocID="{92F9BBA0-4F0E-4286-9795-EE78D927F181}" presName="hierChild3" presStyleCnt="0"/>
      <dgm:spPr/>
    </dgm:pt>
  </dgm:ptLst>
  <dgm:cxnLst>
    <dgm:cxn modelId="{5B59B101-DD59-4670-8367-BC912F0789C9}" type="presOf" srcId="{F5384764-25C1-4337-B3EB-3C46F358A6E0}" destId="{6BF8DA72-A6D2-4E26-B87E-67E04698346C}" srcOrd="0" destOrd="0" presId="urn:microsoft.com/office/officeart/2009/3/layout/HorizontalOrganizationChart"/>
    <dgm:cxn modelId="{75520C05-A33E-4500-962F-1875903A14DE}" srcId="{92F9BBA0-4F0E-4286-9795-EE78D927F181}" destId="{FC9E20A9-A508-41DC-849F-54771289A123}" srcOrd="1" destOrd="0" parTransId="{7767A0EF-3E15-44FC-83BD-E5A72F7DBA01}" sibTransId="{662DAF81-BD2E-4962-AD89-025FD20F16D2}"/>
    <dgm:cxn modelId="{C9447B0A-2CB1-4A35-A888-7821D900CC66}" type="presOf" srcId="{89A4E709-3623-4A38-BC13-B201E5FCAE7F}" destId="{2D3CD1E3-249F-4389-81BB-3D14D854AF67}" srcOrd="0" destOrd="0" presId="urn:microsoft.com/office/officeart/2009/3/layout/HorizontalOrganizationChart"/>
    <dgm:cxn modelId="{B1B87713-B0E1-4DE9-BB3C-38B2D1189001}" type="presOf" srcId="{55B96574-ED51-4784-A59B-ED15AD3DA578}" destId="{BD69D3CB-929B-4D2F-9DD0-70B9D8F1BC10}" srcOrd="1" destOrd="0" presId="urn:microsoft.com/office/officeart/2009/3/layout/HorizontalOrganizationChart"/>
    <dgm:cxn modelId="{CE117016-7704-409A-B9CA-42CB5C3B51BE}" type="presOf" srcId="{D86E6902-E8E3-41D4-9A23-3217D1D2E557}" destId="{6714900D-6ABF-4072-AED3-32A2EE34C05B}" srcOrd="0" destOrd="0" presId="urn:microsoft.com/office/officeart/2009/3/layout/HorizontalOrganizationChart"/>
    <dgm:cxn modelId="{E07AA31A-1A72-4D1B-843D-0B20D28807BA}" type="presOf" srcId="{92F9BBA0-4F0E-4286-9795-EE78D927F181}" destId="{C6394A13-D76C-4DF3-9633-7C84BBAF1656}" srcOrd="1" destOrd="0" presId="urn:microsoft.com/office/officeart/2009/3/layout/HorizontalOrganizationChart"/>
    <dgm:cxn modelId="{4357D51B-F25A-48E4-94CD-350104E16C59}" type="presOf" srcId="{1A0E7630-779F-4184-845A-F1951D765352}" destId="{FA646B1D-C7E8-4B13-AF91-501417113DDD}" srcOrd="1" destOrd="0" presId="urn:microsoft.com/office/officeart/2009/3/layout/HorizontalOrganizationChart"/>
    <dgm:cxn modelId="{863D1821-F77D-4A8D-B123-55B3ACD6E23B}" srcId="{FC9E20A9-A508-41DC-849F-54771289A123}" destId="{1A0E7630-779F-4184-845A-F1951D765352}" srcOrd="0" destOrd="0" parTransId="{89A4E709-3623-4A38-BC13-B201E5FCAE7F}" sibTransId="{E762C4A0-13D9-4D48-9802-D13F353568E8}"/>
    <dgm:cxn modelId="{0E3C5E21-C2AC-4E3F-B37A-D98D568E7C9A}" type="presOf" srcId="{FC9E20A9-A508-41DC-849F-54771289A123}" destId="{A0FDD416-9A7E-4D09-92D5-996FAA162FA5}" srcOrd="1" destOrd="0" presId="urn:microsoft.com/office/officeart/2009/3/layout/HorizontalOrganizationChart"/>
    <dgm:cxn modelId="{8E297E23-61E1-4BDC-90DD-8BF74526DF2B}" srcId="{ACFF379F-3E1D-4DAE-BC05-BAA5A0CA145D}" destId="{55B96574-ED51-4784-A59B-ED15AD3DA578}" srcOrd="0" destOrd="0" parTransId="{037E578C-8180-47A0-9546-97824354F32E}" sibTransId="{907437BB-510E-4B10-A79D-24889B9CC8A1}"/>
    <dgm:cxn modelId="{84D9DB26-1E3F-4575-AF50-CF825C796349}" type="presOf" srcId="{ACFF379F-3E1D-4DAE-BC05-BAA5A0CA145D}" destId="{BEBCBEE6-3CE7-4407-850D-CFF3C8DE52E8}" srcOrd="0" destOrd="0" presId="urn:microsoft.com/office/officeart/2009/3/layout/HorizontalOrganizationChart"/>
    <dgm:cxn modelId="{5F29EB39-92E6-40EE-B247-B13BC84FFD82}" srcId="{92F9BBA0-4F0E-4286-9795-EE78D927F181}" destId="{ACFF379F-3E1D-4DAE-BC05-BAA5A0CA145D}" srcOrd="0" destOrd="0" parTransId="{3CB908C1-2CF2-44F8-A618-A8C9618DADBC}" sibTransId="{83D1FF93-CFFA-4FCD-9EEA-715BB8CD8A78}"/>
    <dgm:cxn modelId="{2A50613C-8E6D-41F1-8A23-BD28FBA7F72D}" type="presOf" srcId="{55B96574-ED51-4784-A59B-ED15AD3DA578}" destId="{52FFB9AB-4CD1-4D4A-9AB2-BA7EC02284D2}" srcOrd="0" destOrd="0" presId="urn:microsoft.com/office/officeart/2009/3/layout/HorizontalOrganizationChart"/>
    <dgm:cxn modelId="{25B75A5B-99C6-470B-A7B8-88DCBB315B93}" srcId="{92F9BBA0-4F0E-4286-9795-EE78D927F181}" destId="{53A8F692-D256-4D7A-83A3-77BBF011A171}" srcOrd="2" destOrd="0" parTransId="{F5384764-25C1-4337-B3EB-3C46F358A6E0}" sibTransId="{6670CFBA-AD28-4A29-8441-D008B56F5DBC}"/>
    <dgm:cxn modelId="{06706645-D787-45B9-B971-69DC701724A2}" type="presOf" srcId="{53A8F692-D256-4D7A-83A3-77BBF011A171}" destId="{DE52C809-306B-442D-9C27-15CB1084A975}" srcOrd="1" destOrd="0" presId="urn:microsoft.com/office/officeart/2009/3/layout/HorizontalOrganizationChart"/>
    <dgm:cxn modelId="{A0E05250-B073-4510-A217-BD2AF8C6F67C}" type="presOf" srcId="{92F9BBA0-4F0E-4286-9795-EE78D927F181}" destId="{5ABB22A5-419B-4DA4-B669-25D3E31A4B10}" srcOrd="0" destOrd="0" presId="urn:microsoft.com/office/officeart/2009/3/layout/HorizontalOrganizationChart"/>
    <dgm:cxn modelId="{BF0C6D8E-4EF5-4DB8-804C-1BA6E8BFEACC}" type="presOf" srcId="{B24B8A7C-99FB-4B39-BDB7-80A7EE593D1F}" destId="{4110792F-12D2-4D52-8A1C-E35F1374A910}" srcOrd="0" destOrd="0" presId="urn:microsoft.com/office/officeart/2009/3/layout/HorizontalOrganizationChart"/>
    <dgm:cxn modelId="{99555E91-C315-4B2C-84EE-9EDCD290AE74}" type="presOf" srcId="{7767A0EF-3E15-44FC-83BD-E5A72F7DBA01}" destId="{059AA068-81A6-4A69-90B1-E57CF530D978}" srcOrd="0" destOrd="0" presId="urn:microsoft.com/office/officeart/2009/3/layout/HorizontalOrganizationChart"/>
    <dgm:cxn modelId="{750252A5-ECEB-4BFE-8E2E-5943C4FCE2F8}" type="presOf" srcId="{3CB908C1-2CF2-44F8-A618-A8C9618DADBC}" destId="{057F5B3F-6967-4DBF-A0D9-0DDE8FF7B4DD}" srcOrd="0" destOrd="0" presId="urn:microsoft.com/office/officeart/2009/3/layout/HorizontalOrganizationChart"/>
    <dgm:cxn modelId="{2065A0B6-D2EC-44F1-851C-4D71709D67AF}" type="presOf" srcId="{53A8F692-D256-4D7A-83A3-77BBF011A171}" destId="{A863B09E-5800-48B5-8D31-6810E2C04B75}" srcOrd="0" destOrd="0" presId="urn:microsoft.com/office/officeart/2009/3/layout/HorizontalOrganizationChart"/>
    <dgm:cxn modelId="{C5A28CB9-1C44-4554-93CA-BC0E3DA1F339}" type="presOf" srcId="{FC9E20A9-A508-41DC-849F-54771289A123}" destId="{29B303C7-38CA-44B4-91C4-B9113BDB0872}" srcOrd="0" destOrd="0" presId="urn:microsoft.com/office/officeart/2009/3/layout/HorizontalOrganizationChart"/>
    <dgm:cxn modelId="{62069EC1-8F8B-486C-82E5-FD5A776DE995}" type="presOf" srcId="{A8C25A84-9B1F-4FFE-B9E7-FC12081EC95C}" destId="{A7A89993-30AC-4CB7-A9C7-9A4050C60CE2}" srcOrd="0" destOrd="0" presId="urn:microsoft.com/office/officeart/2009/3/layout/HorizontalOrganizationChart"/>
    <dgm:cxn modelId="{706528C2-3F9A-41CD-B093-304C1A396720}" srcId="{A8C25A84-9B1F-4FFE-B9E7-FC12081EC95C}" destId="{92F9BBA0-4F0E-4286-9795-EE78D927F181}" srcOrd="0" destOrd="0" parTransId="{C8D7FC7A-ECF4-46F8-9B6B-8AB17D9E4684}" sibTransId="{62AB5FE4-D1CF-4B36-8560-BFB181CCE056}"/>
    <dgm:cxn modelId="{B2FBC9D0-D35D-49B9-ACBD-7AE0B26D929F}" type="presOf" srcId="{1A0E7630-779F-4184-845A-F1951D765352}" destId="{14F08E70-0282-45B7-B09B-EE2E0B1F7113}" srcOrd="0" destOrd="0" presId="urn:microsoft.com/office/officeart/2009/3/layout/HorizontalOrganizationChart"/>
    <dgm:cxn modelId="{19171CDB-013F-4611-91AC-F1A5E02BC929}" type="presOf" srcId="{037E578C-8180-47A0-9546-97824354F32E}" destId="{C3D1235D-3227-4E55-9216-588B1939D45C}" srcOrd="0" destOrd="0" presId="urn:microsoft.com/office/officeart/2009/3/layout/HorizontalOrganizationChart"/>
    <dgm:cxn modelId="{D6685CE2-1664-4957-B0A5-160F7C076496}" type="presOf" srcId="{ACFF379F-3E1D-4DAE-BC05-BAA5A0CA145D}" destId="{D02D0D1B-C010-4C38-BB31-664B8EED67A7}" srcOrd="1" destOrd="0" presId="urn:microsoft.com/office/officeart/2009/3/layout/HorizontalOrganizationChart"/>
    <dgm:cxn modelId="{E0EB31F4-708A-43E9-92FE-13EF19CE38D4}" srcId="{53A8F692-D256-4D7A-83A3-77BBF011A171}" destId="{B24B8A7C-99FB-4B39-BDB7-80A7EE593D1F}" srcOrd="0" destOrd="0" parTransId="{D86E6902-E8E3-41D4-9A23-3217D1D2E557}" sibTransId="{D0E8ECF2-2977-4F84-8E0E-CFC2914E8E0F}"/>
    <dgm:cxn modelId="{5ABF9EFD-BB1B-468D-98D7-B409A060A5C5}" type="presOf" srcId="{B24B8A7C-99FB-4B39-BDB7-80A7EE593D1F}" destId="{C55EF6A4-F253-45AD-AA22-0E2C34DA46F8}" srcOrd="1" destOrd="0" presId="urn:microsoft.com/office/officeart/2009/3/layout/HorizontalOrganizationChart"/>
    <dgm:cxn modelId="{6055EEDC-E954-4D56-A657-408C825343F5}" type="presParOf" srcId="{A7A89993-30AC-4CB7-A9C7-9A4050C60CE2}" destId="{434D9CAD-970B-4FBE-B2B0-343E0ED920F3}" srcOrd="0" destOrd="0" presId="urn:microsoft.com/office/officeart/2009/3/layout/HorizontalOrganizationChart"/>
    <dgm:cxn modelId="{E34D428C-1DDF-4AE4-99AE-8B2002A5000F}" type="presParOf" srcId="{434D9CAD-970B-4FBE-B2B0-343E0ED920F3}" destId="{5F6000E4-513F-42E6-A5EF-7D52813CA8B1}" srcOrd="0" destOrd="0" presId="urn:microsoft.com/office/officeart/2009/3/layout/HorizontalOrganizationChart"/>
    <dgm:cxn modelId="{DF137836-9CEA-4BA1-AB4D-853B36629EEE}" type="presParOf" srcId="{5F6000E4-513F-42E6-A5EF-7D52813CA8B1}" destId="{5ABB22A5-419B-4DA4-B669-25D3E31A4B10}" srcOrd="0" destOrd="0" presId="urn:microsoft.com/office/officeart/2009/3/layout/HorizontalOrganizationChart"/>
    <dgm:cxn modelId="{5EA95CAE-F0E6-44F8-8944-A1D28B2CAB7C}" type="presParOf" srcId="{5F6000E4-513F-42E6-A5EF-7D52813CA8B1}" destId="{C6394A13-D76C-4DF3-9633-7C84BBAF1656}" srcOrd="1" destOrd="0" presId="urn:microsoft.com/office/officeart/2009/3/layout/HorizontalOrganizationChart"/>
    <dgm:cxn modelId="{F650C2C8-8DF8-4542-A7E6-BC9F67A1E6A6}" type="presParOf" srcId="{434D9CAD-970B-4FBE-B2B0-343E0ED920F3}" destId="{B8970C00-97E6-4332-947F-115088FB34A2}" srcOrd="1" destOrd="0" presId="urn:microsoft.com/office/officeart/2009/3/layout/HorizontalOrganizationChart"/>
    <dgm:cxn modelId="{1A0A5833-FCFA-42C1-9648-3BC9B20B4424}" type="presParOf" srcId="{B8970C00-97E6-4332-947F-115088FB34A2}" destId="{057F5B3F-6967-4DBF-A0D9-0DDE8FF7B4DD}" srcOrd="0" destOrd="0" presId="urn:microsoft.com/office/officeart/2009/3/layout/HorizontalOrganizationChart"/>
    <dgm:cxn modelId="{84D36DE5-87F1-4CC3-A7C3-7C937B2EDF44}" type="presParOf" srcId="{B8970C00-97E6-4332-947F-115088FB34A2}" destId="{B457B5B6-BCA4-473F-B1F2-711D6B765F61}" srcOrd="1" destOrd="0" presId="urn:microsoft.com/office/officeart/2009/3/layout/HorizontalOrganizationChart"/>
    <dgm:cxn modelId="{77E514C1-7E23-4DF5-8146-CA99D1275F28}" type="presParOf" srcId="{B457B5B6-BCA4-473F-B1F2-711D6B765F61}" destId="{2DAFA687-6A39-462D-B023-29CCAFF8398A}" srcOrd="0" destOrd="0" presId="urn:microsoft.com/office/officeart/2009/3/layout/HorizontalOrganizationChart"/>
    <dgm:cxn modelId="{7A5BF642-DDF9-4AAC-9F4D-5A1A7F31329C}" type="presParOf" srcId="{2DAFA687-6A39-462D-B023-29CCAFF8398A}" destId="{BEBCBEE6-3CE7-4407-850D-CFF3C8DE52E8}" srcOrd="0" destOrd="0" presId="urn:microsoft.com/office/officeart/2009/3/layout/HorizontalOrganizationChart"/>
    <dgm:cxn modelId="{02241F8C-EBE9-4C73-ABF1-571E5F45E2B7}" type="presParOf" srcId="{2DAFA687-6A39-462D-B023-29CCAFF8398A}" destId="{D02D0D1B-C010-4C38-BB31-664B8EED67A7}" srcOrd="1" destOrd="0" presId="urn:microsoft.com/office/officeart/2009/3/layout/HorizontalOrganizationChart"/>
    <dgm:cxn modelId="{D76A44EB-CF8B-4B90-A077-6F14BF250DCE}" type="presParOf" srcId="{B457B5B6-BCA4-473F-B1F2-711D6B765F61}" destId="{BC9525B3-35A0-44F8-A352-7E6386FE68C0}" srcOrd="1" destOrd="0" presId="urn:microsoft.com/office/officeart/2009/3/layout/HorizontalOrganizationChart"/>
    <dgm:cxn modelId="{2110D0F4-EA3F-40BC-B096-D357DFD251C9}" type="presParOf" srcId="{BC9525B3-35A0-44F8-A352-7E6386FE68C0}" destId="{C3D1235D-3227-4E55-9216-588B1939D45C}" srcOrd="0" destOrd="0" presId="urn:microsoft.com/office/officeart/2009/3/layout/HorizontalOrganizationChart"/>
    <dgm:cxn modelId="{8F35711A-348A-4526-B858-8A5A5A817A90}" type="presParOf" srcId="{BC9525B3-35A0-44F8-A352-7E6386FE68C0}" destId="{94447076-F0F0-4B66-8FF5-36C0908463E8}" srcOrd="1" destOrd="0" presId="urn:microsoft.com/office/officeart/2009/3/layout/HorizontalOrganizationChart"/>
    <dgm:cxn modelId="{B80B8F95-C3F1-4C84-B1A6-AFC4B4DD98C9}" type="presParOf" srcId="{94447076-F0F0-4B66-8FF5-36C0908463E8}" destId="{0DAC2F77-0522-4571-B2D4-4132186DAA33}" srcOrd="0" destOrd="0" presId="urn:microsoft.com/office/officeart/2009/3/layout/HorizontalOrganizationChart"/>
    <dgm:cxn modelId="{E376770E-BA28-4E81-9C07-F147F18D1806}" type="presParOf" srcId="{0DAC2F77-0522-4571-B2D4-4132186DAA33}" destId="{52FFB9AB-4CD1-4D4A-9AB2-BA7EC02284D2}" srcOrd="0" destOrd="0" presId="urn:microsoft.com/office/officeart/2009/3/layout/HorizontalOrganizationChart"/>
    <dgm:cxn modelId="{B7C0002F-E855-433A-9749-CAAFA6C0ED9E}" type="presParOf" srcId="{0DAC2F77-0522-4571-B2D4-4132186DAA33}" destId="{BD69D3CB-929B-4D2F-9DD0-70B9D8F1BC10}" srcOrd="1" destOrd="0" presId="urn:microsoft.com/office/officeart/2009/3/layout/HorizontalOrganizationChart"/>
    <dgm:cxn modelId="{B0B4C34A-5BD2-474D-9B22-878618FB6883}" type="presParOf" srcId="{94447076-F0F0-4B66-8FF5-36C0908463E8}" destId="{0D853D8C-686E-443A-9852-4E97D3502E3C}" srcOrd="1" destOrd="0" presId="urn:microsoft.com/office/officeart/2009/3/layout/HorizontalOrganizationChart"/>
    <dgm:cxn modelId="{65FA8E75-F1A1-4DAC-86F8-E1C28D64A913}" type="presParOf" srcId="{94447076-F0F0-4B66-8FF5-36C0908463E8}" destId="{91BC4D7B-D8B8-4331-B648-1DE59811AB5A}" srcOrd="2" destOrd="0" presId="urn:microsoft.com/office/officeart/2009/3/layout/HorizontalOrganizationChart"/>
    <dgm:cxn modelId="{4BF02FAC-BBEB-401F-AFE9-8588D113CA74}" type="presParOf" srcId="{B457B5B6-BCA4-473F-B1F2-711D6B765F61}" destId="{9C247D06-6C3E-46CC-8B91-BFE9AC3C2CB9}" srcOrd="2" destOrd="0" presId="urn:microsoft.com/office/officeart/2009/3/layout/HorizontalOrganizationChart"/>
    <dgm:cxn modelId="{29F65CEE-AAC0-45E8-8D7F-0903C498F800}" type="presParOf" srcId="{B8970C00-97E6-4332-947F-115088FB34A2}" destId="{059AA068-81A6-4A69-90B1-E57CF530D978}" srcOrd="2" destOrd="0" presId="urn:microsoft.com/office/officeart/2009/3/layout/HorizontalOrganizationChart"/>
    <dgm:cxn modelId="{DD98E18D-BB0E-4275-B60C-358C5432D819}" type="presParOf" srcId="{B8970C00-97E6-4332-947F-115088FB34A2}" destId="{385D60BA-EF97-4217-B715-A3099CF60AF0}" srcOrd="3" destOrd="0" presId="urn:microsoft.com/office/officeart/2009/3/layout/HorizontalOrganizationChart"/>
    <dgm:cxn modelId="{DE3BE7CF-A812-4C8F-AE2F-0052A8137058}" type="presParOf" srcId="{385D60BA-EF97-4217-B715-A3099CF60AF0}" destId="{8B51D7D6-2D49-4468-8EB2-916AE9D68ADC}" srcOrd="0" destOrd="0" presId="urn:microsoft.com/office/officeart/2009/3/layout/HorizontalOrganizationChart"/>
    <dgm:cxn modelId="{2E4A565A-E617-40F9-BE0F-3F2CC7C468A6}" type="presParOf" srcId="{8B51D7D6-2D49-4468-8EB2-916AE9D68ADC}" destId="{29B303C7-38CA-44B4-91C4-B9113BDB0872}" srcOrd="0" destOrd="0" presId="urn:microsoft.com/office/officeart/2009/3/layout/HorizontalOrganizationChart"/>
    <dgm:cxn modelId="{5681A71E-6020-47FD-8258-D57ED044BB93}" type="presParOf" srcId="{8B51D7D6-2D49-4468-8EB2-916AE9D68ADC}" destId="{A0FDD416-9A7E-4D09-92D5-996FAA162FA5}" srcOrd="1" destOrd="0" presId="urn:microsoft.com/office/officeart/2009/3/layout/HorizontalOrganizationChart"/>
    <dgm:cxn modelId="{B083429C-0261-45CD-B10F-88A36F5252BA}" type="presParOf" srcId="{385D60BA-EF97-4217-B715-A3099CF60AF0}" destId="{4E42EF49-D4BB-49F7-82D7-D765213341D9}" srcOrd="1" destOrd="0" presId="urn:microsoft.com/office/officeart/2009/3/layout/HorizontalOrganizationChart"/>
    <dgm:cxn modelId="{1CEBB519-7B2B-4088-8211-5938D3CAB1BE}" type="presParOf" srcId="{4E42EF49-D4BB-49F7-82D7-D765213341D9}" destId="{2D3CD1E3-249F-4389-81BB-3D14D854AF67}" srcOrd="0" destOrd="0" presId="urn:microsoft.com/office/officeart/2009/3/layout/HorizontalOrganizationChart"/>
    <dgm:cxn modelId="{48146959-411C-4860-9807-531FD9786651}" type="presParOf" srcId="{4E42EF49-D4BB-49F7-82D7-D765213341D9}" destId="{A3855B00-7B36-4F47-8775-A178993F31DD}" srcOrd="1" destOrd="0" presId="urn:microsoft.com/office/officeart/2009/3/layout/HorizontalOrganizationChart"/>
    <dgm:cxn modelId="{99D2982B-AA40-424A-BB0E-E152F5502EC5}" type="presParOf" srcId="{A3855B00-7B36-4F47-8775-A178993F31DD}" destId="{63C0F165-3AB0-4203-931F-204ED7A11CD1}" srcOrd="0" destOrd="0" presId="urn:microsoft.com/office/officeart/2009/3/layout/HorizontalOrganizationChart"/>
    <dgm:cxn modelId="{B3F71B61-6BD7-4FF7-9436-7D5C4B94F8D4}" type="presParOf" srcId="{63C0F165-3AB0-4203-931F-204ED7A11CD1}" destId="{14F08E70-0282-45B7-B09B-EE2E0B1F7113}" srcOrd="0" destOrd="0" presId="urn:microsoft.com/office/officeart/2009/3/layout/HorizontalOrganizationChart"/>
    <dgm:cxn modelId="{B0FAB41B-24D6-45C8-B261-34B6C3F6AE02}" type="presParOf" srcId="{63C0F165-3AB0-4203-931F-204ED7A11CD1}" destId="{FA646B1D-C7E8-4B13-AF91-501417113DDD}" srcOrd="1" destOrd="0" presId="urn:microsoft.com/office/officeart/2009/3/layout/HorizontalOrganizationChart"/>
    <dgm:cxn modelId="{E48A13DF-15B7-4DDC-8A1A-95EBB3048D49}" type="presParOf" srcId="{A3855B00-7B36-4F47-8775-A178993F31DD}" destId="{2A169830-E41E-4E76-8A36-7B8625FE0689}" srcOrd="1" destOrd="0" presId="urn:microsoft.com/office/officeart/2009/3/layout/HorizontalOrganizationChart"/>
    <dgm:cxn modelId="{44AA3C55-28C5-4908-9F24-B3B46254A5AD}" type="presParOf" srcId="{A3855B00-7B36-4F47-8775-A178993F31DD}" destId="{48C778C7-3626-4C2F-B7A9-EC1682A0FFE7}" srcOrd="2" destOrd="0" presId="urn:microsoft.com/office/officeart/2009/3/layout/HorizontalOrganizationChart"/>
    <dgm:cxn modelId="{976B15E3-0C17-42F5-B8D2-5965D3D616F3}" type="presParOf" srcId="{385D60BA-EF97-4217-B715-A3099CF60AF0}" destId="{7C8B60B3-AB20-410A-A3C5-78EB333519A0}" srcOrd="2" destOrd="0" presId="urn:microsoft.com/office/officeart/2009/3/layout/HorizontalOrganizationChart"/>
    <dgm:cxn modelId="{FC94A2BD-3932-4E90-9297-4F815DE9D5C8}" type="presParOf" srcId="{B8970C00-97E6-4332-947F-115088FB34A2}" destId="{6BF8DA72-A6D2-4E26-B87E-67E04698346C}" srcOrd="4" destOrd="0" presId="urn:microsoft.com/office/officeart/2009/3/layout/HorizontalOrganizationChart"/>
    <dgm:cxn modelId="{8DDA34BC-0699-49C8-957C-01820AB4EC80}" type="presParOf" srcId="{B8970C00-97E6-4332-947F-115088FB34A2}" destId="{61820059-483F-43CC-8C07-825632E503B7}" srcOrd="5" destOrd="0" presId="urn:microsoft.com/office/officeart/2009/3/layout/HorizontalOrganizationChart"/>
    <dgm:cxn modelId="{B04027C6-8238-43BD-A945-5924B81C328C}" type="presParOf" srcId="{61820059-483F-43CC-8C07-825632E503B7}" destId="{7DC7BDAE-B396-4A8C-AD32-1A8E0EEC4939}" srcOrd="0" destOrd="0" presId="urn:microsoft.com/office/officeart/2009/3/layout/HorizontalOrganizationChart"/>
    <dgm:cxn modelId="{B1FC0C77-41CB-4B47-BD89-2C9B4FB2F6E4}" type="presParOf" srcId="{7DC7BDAE-B396-4A8C-AD32-1A8E0EEC4939}" destId="{A863B09E-5800-48B5-8D31-6810E2C04B75}" srcOrd="0" destOrd="0" presId="urn:microsoft.com/office/officeart/2009/3/layout/HorizontalOrganizationChart"/>
    <dgm:cxn modelId="{6A80C16A-EBF6-4322-8FC8-48EEADF910AF}" type="presParOf" srcId="{7DC7BDAE-B396-4A8C-AD32-1A8E0EEC4939}" destId="{DE52C809-306B-442D-9C27-15CB1084A975}" srcOrd="1" destOrd="0" presId="urn:microsoft.com/office/officeart/2009/3/layout/HorizontalOrganizationChart"/>
    <dgm:cxn modelId="{37097010-6354-4C08-8940-BDE83DF3BF13}" type="presParOf" srcId="{61820059-483F-43CC-8C07-825632E503B7}" destId="{5A1ACB2E-D78D-4EA2-8F44-0F6806B7B073}" srcOrd="1" destOrd="0" presId="urn:microsoft.com/office/officeart/2009/3/layout/HorizontalOrganizationChart"/>
    <dgm:cxn modelId="{EC3FF01B-C856-40F5-9BA0-D872C39D157C}" type="presParOf" srcId="{5A1ACB2E-D78D-4EA2-8F44-0F6806B7B073}" destId="{6714900D-6ABF-4072-AED3-32A2EE34C05B}" srcOrd="0" destOrd="0" presId="urn:microsoft.com/office/officeart/2009/3/layout/HorizontalOrganizationChart"/>
    <dgm:cxn modelId="{E237E903-017E-4328-8597-44BDF1592939}" type="presParOf" srcId="{5A1ACB2E-D78D-4EA2-8F44-0F6806B7B073}" destId="{658B1EC0-045C-4417-8107-83A0D2AA5522}" srcOrd="1" destOrd="0" presId="urn:microsoft.com/office/officeart/2009/3/layout/HorizontalOrganizationChart"/>
    <dgm:cxn modelId="{3B999227-864F-4009-AF6F-558940B459C3}" type="presParOf" srcId="{658B1EC0-045C-4417-8107-83A0D2AA5522}" destId="{2C4FDF1B-CD7D-4809-A5E6-BD291CD2B5B7}" srcOrd="0" destOrd="0" presId="urn:microsoft.com/office/officeart/2009/3/layout/HorizontalOrganizationChart"/>
    <dgm:cxn modelId="{A1FC180B-9E8D-414C-8C69-112DBCE44E76}" type="presParOf" srcId="{2C4FDF1B-CD7D-4809-A5E6-BD291CD2B5B7}" destId="{4110792F-12D2-4D52-8A1C-E35F1374A910}" srcOrd="0" destOrd="0" presId="urn:microsoft.com/office/officeart/2009/3/layout/HorizontalOrganizationChart"/>
    <dgm:cxn modelId="{2DA96632-156D-4F4D-B38B-38B29D2C69C4}" type="presParOf" srcId="{2C4FDF1B-CD7D-4809-A5E6-BD291CD2B5B7}" destId="{C55EF6A4-F253-45AD-AA22-0E2C34DA46F8}" srcOrd="1" destOrd="0" presId="urn:microsoft.com/office/officeart/2009/3/layout/HorizontalOrganizationChart"/>
    <dgm:cxn modelId="{F7CD0F75-F7B2-472A-9096-E41ACF2759A5}" type="presParOf" srcId="{658B1EC0-045C-4417-8107-83A0D2AA5522}" destId="{91329CB4-3B5F-4CA4-94FD-61E00F8C072F}" srcOrd="1" destOrd="0" presId="urn:microsoft.com/office/officeart/2009/3/layout/HorizontalOrganizationChart"/>
    <dgm:cxn modelId="{81A07FA4-4251-443B-B110-652A60A099FE}" type="presParOf" srcId="{658B1EC0-045C-4417-8107-83A0D2AA5522}" destId="{AABF8DDD-E0AE-497C-9C42-8C825D12A1F4}" srcOrd="2" destOrd="0" presId="urn:microsoft.com/office/officeart/2009/3/layout/HorizontalOrganizationChart"/>
    <dgm:cxn modelId="{9BC18F35-01A8-4405-9B99-6B8C213D6C9B}" type="presParOf" srcId="{61820059-483F-43CC-8C07-825632E503B7}" destId="{6FF8B748-A316-42BA-B319-034E47D89EF0}" srcOrd="2" destOrd="0" presId="urn:microsoft.com/office/officeart/2009/3/layout/HorizontalOrganizationChart"/>
    <dgm:cxn modelId="{07420375-C9D1-480C-9207-5FC5B796F9C1}" type="presParOf" srcId="{434D9CAD-970B-4FBE-B2B0-343E0ED920F3}" destId="{940DC2CD-0A90-42E9-879F-C38287FBEF8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AD361D-C0E7-4C88-9518-C4C9A2BC5574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95AF3F41-13EC-4B64-A846-E9F30ADC4D01}">
      <dgm:prSet phldrT="[Text]"/>
      <dgm:spPr/>
      <dgm:t>
        <a:bodyPr/>
        <a:lstStyle/>
        <a:p>
          <a:r>
            <a:rPr lang="it-IT" b="1" dirty="0"/>
            <a:t>Numero di occupazione n(i)</a:t>
          </a:r>
        </a:p>
      </dgm:t>
    </dgm:pt>
    <dgm:pt modelId="{DBD24839-9ECC-4E8B-8AA0-B1D4969614BF}" type="parTrans" cxnId="{6B9CE4A9-E282-4D43-90C3-E80FF5D67FD2}">
      <dgm:prSet/>
      <dgm:spPr/>
      <dgm:t>
        <a:bodyPr/>
        <a:lstStyle/>
        <a:p>
          <a:endParaRPr lang="it-IT"/>
        </a:p>
      </dgm:t>
    </dgm:pt>
    <dgm:pt modelId="{42F44D7F-BEA0-443E-A6F4-FB6073229B16}" type="sibTrans" cxnId="{6B9CE4A9-E282-4D43-90C3-E80FF5D67FD2}">
      <dgm:prSet/>
      <dgm:spPr/>
      <dgm:t>
        <a:bodyPr/>
        <a:lstStyle/>
        <a:p>
          <a:endParaRPr lang="it-IT"/>
        </a:p>
      </dgm:t>
    </dgm:pt>
    <dgm:pt modelId="{2BA9FABA-8406-424E-92FE-7AE2E9448566}">
      <dgm:prSet phldrT="[Text]" custT="1"/>
      <dgm:spPr/>
      <dgm:t>
        <a:bodyPr/>
        <a:lstStyle/>
        <a:p>
          <a:r>
            <a:rPr lang="it-IT" sz="1000" dirty="0"/>
            <a:t>n(i) = 0 </a:t>
          </a:r>
        </a:p>
        <a:p>
          <a:r>
            <a:rPr lang="it-IT" sz="1000" dirty="0"/>
            <a:t>sito vuoto</a:t>
          </a:r>
        </a:p>
      </dgm:t>
    </dgm:pt>
    <dgm:pt modelId="{2849005D-970D-4687-A93A-5DAA89128CD1}" type="parTrans" cxnId="{9DC826C9-92AA-4EBE-A4FB-2A5AA6C446C2}">
      <dgm:prSet/>
      <dgm:spPr/>
      <dgm:t>
        <a:bodyPr/>
        <a:lstStyle/>
        <a:p>
          <a:endParaRPr lang="it-IT"/>
        </a:p>
      </dgm:t>
    </dgm:pt>
    <dgm:pt modelId="{0744F8E1-D41C-4D55-8427-779CB215A7B5}" type="sibTrans" cxnId="{9DC826C9-92AA-4EBE-A4FB-2A5AA6C446C2}">
      <dgm:prSet/>
      <dgm:spPr/>
      <dgm:t>
        <a:bodyPr/>
        <a:lstStyle/>
        <a:p>
          <a:endParaRPr lang="it-IT"/>
        </a:p>
      </dgm:t>
    </dgm:pt>
    <dgm:pt modelId="{494AA973-50F4-4A29-A1E8-6FB7476DD9FD}">
      <dgm:prSet phldrT="[Text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r>
            <a:rPr lang="it-IT" sz="1100" dirty="0"/>
            <a:t>n(i) = 1 </a:t>
          </a:r>
        </a:p>
        <a:p>
          <a:r>
            <a:rPr lang="it-IT" sz="1000" dirty="0"/>
            <a:t>primo stato</a:t>
          </a:r>
        </a:p>
      </dgm:t>
    </dgm:pt>
    <dgm:pt modelId="{89706C37-6303-4D2C-93B5-6010FC289AFD}" type="parTrans" cxnId="{5D6822C2-8B9A-4EA3-935C-E38E1371BA8A}">
      <dgm:prSet/>
      <dgm:spPr/>
      <dgm:t>
        <a:bodyPr/>
        <a:lstStyle/>
        <a:p>
          <a:endParaRPr lang="it-IT"/>
        </a:p>
      </dgm:t>
    </dgm:pt>
    <dgm:pt modelId="{4FA19583-1BEB-4D5A-80C7-D6604D875FA6}" type="sibTrans" cxnId="{5D6822C2-8B9A-4EA3-935C-E38E1371BA8A}">
      <dgm:prSet/>
      <dgm:spPr/>
      <dgm:t>
        <a:bodyPr/>
        <a:lstStyle/>
        <a:p>
          <a:endParaRPr lang="it-IT"/>
        </a:p>
      </dgm:t>
    </dgm:pt>
    <dgm:pt modelId="{03503AC4-7EBF-4783-94B6-907A45868EB6}">
      <dgm:prSet phldrT="[Text]" custT="1"/>
      <dgm:spPr/>
      <dgm:t>
        <a:bodyPr/>
        <a:lstStyle/>
        <a:p>
          <a:r>
            <a:rPr lang="it-IT" sz="1000" dirty="0"/>
            <a:t>n(i) = 2 </a:t>
          </a:r>
          <a:r>
            <a:rPr lang="it-IT" sz="900" dirty="0"/>
            <a:t>secondo</a:t>
          </a:r>
          <a:r>
            <a:rPr lang="it-IT" sz="1000" dirty="0"/>
            <a:t> </a:t>
          </a:r>
          <a:r>
            <a:rPr lang="it-IT" sz="900" dirty="0"/>
            <a:t>stato</a:t>
          </a:r>
        </a:p>
      </dgm:t>
    </dgm:pt>
    <dgm:pt modelId="{4DACF472-3D8E-4058-91CD-36AAE7901A8C}" type="parTrans" cxnId="{B59E38A9-7FA8-40E5-8F39-339821E182CF}">
      <dgm:prSet/>
      <dgm:spPr>
        <a:noFill/>
        <a:ln w="19050" cap="flat" cmpd="sng" algn="ctr">
          <a:solidFill>
            <a:srgbClr val="156082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it-IT"/>
        </a:p>
      </dgm:t>
    </dgm:pt>
    <dgm:pt modelId="{D5B8688F-7E7A-4D23-8EDE-C3EC6E287C26}" type="sibTrans" cxnId="{B59E38A9-7FA8-40E5-8F39-339821E182CF}">
      <dgm:prSet/>
      <dgm:spPr/>
      <dgm:t>
        <a:bodyPr/>
        <a:lstStyle/>
        <a:p>
          <a:endParaRPr lang="it-IT"/>
        </a:p>
      </dgm:t>
    </dgm:pt>
    <dgm:pt modelId="{880E388A-8647-450F-AE19-B1D2B3ABBB51}" type="pres">
      <dgm:prSet presAssocID="{ECAD361D-C0E7-4C88-9518-C4C9A2BC557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BDFABB0-9598-4E11-9E02-E2734B42AD90}" type="pres">
      <dgm:prSet presAssocID="{95AF3F41-13EC-4B64-A846-E9F30ADC4D01}" presName="centerShape" presStyleLbl="node0" presStyleIdx="0" presStyleCnt="1" custScaleX="110209" custScaleY="110209"/>
      <dgm:spPr/>
    </dgm:pt>
    <dgm:pt modelId="{A6A2D440-DF6B-43D6-B73B-A7C3EFE455C6}" type="pres">
      <dgm:prSet presAssocID="{2BA9FABA-8406-424E-92FE-7AE2E9448566}" presName="node" presStyleLbl="node1" presStyleIdx="0" presStyleCnt="3" custScaleX="132250" custScaleY="132250">
        <dgm:presLayoutVars>
          <dgm:bulletEnabled val="1"/>
        </dgm:presLayoutVars>
      </dgm:prSet>
      <dgm:spPr/>
    </dgm:pt>
    <dgm:pt modelId="{25D71FFB-B729-4052-9F3E-8014449128ED}" type="pres">
      <dgm:prSet presAssocID="{2BA9FABA-8406-424E-92FE-7AE2E9448566}" presName="dummy" presStyleCnt="0"/>
      <dgm:spPr/>
    </dgm:pt>
    <dgm:pt modelId="{A7AC98AD-6084-470D-A019-FAABA38DBE73}" type="pres">
      <dgm:prSet presAssocID="{0744F8E1-D41C-4D55-8427-779CB215A7B5}" presName="sibTrans" presStyleLbl="sibTrans2D1" presStyleIdx="0" presStyleCnt="3"/>
      <dgm:spPr/>
    </dgm:pt>
    <dgm:pt modelId="{32383E76-73BD-4891-AF40-4BE824152CC1}" type="pres">
      <dgm:prSet presAssocID="{494AA973-50F4-4A29-A1E8-6FB7476DD9FD}" presName="node" presStyleLbl="node1" presStyleIdx="1" presStyleCnt="3" custScaleX="132060" custScaleY="132250">
        <dgm:presLayoutVars>
          <dgm:bulletEnabled val="1"/>
        </dgm:presLayoutVars>
      </dgm:prSet>
      <dgm:spPr>
        <a:xfrm>
          <a:off x="2310486" y="1653387"/>
          <a:ext cx="708833" cy="708833"/>
        </a:xfrm>
        <a:prstGeom prst="ellipse">
          <a:avLst/>
        </a:prstGeom>
      </dgm:spPr>
    </dgm:pt>
    <dgm:pt modelId="{77BA059B-81DF-465E-BA9A-1EAE805F7140}" type="pres">
      <dgm:prSet presAssocID="{494AA973-50F4-4A29-A1E8-6FB7476DD9FD}" presName="dummy" presStyleCnt="0"/>
      <dgm:spPr/>
    </dgm:pt>
    <dgm:pt modelId="{ADB0816F-2CE7-48B7-AA69-11C4855A7BB6}" type="pres">
      <dgm:prSet presAssocID="{4FA19583-1BEB-4D5A-80C7-D6604D875FA6}" presName="sibTrans" presStyleLbl="sibTrans2D1" presStyleIdx="1" presStyleCnt="3"/>
      <dgm:spPr/>
    </dgm:pt>
    <dgm:pt modelId="{1BE556AF-8AB4-49E2-9831-F635211AA156}" type="pres">
      <dgm:prSet presAssocID="{03503AC4-7EBF-4783-94B6-907A45868EB6}" presName="node" presStyleLbl="node1" presStyleIdx="2" presStyleCnt="3" custScaleX="136486" custScaleY="131779">
        <dgm:presLayoutVars>
          <dgm:bulletEnabled val="1"/>
        </dgm:presLayoutVars>
      </dgm:prSet>
      <dgm:spPr/>
    </dgm:pt>
    <dgm:pt modelId="{0A342690-E3DB-4D43-9B00-0B50E38DA3D2}" type="pres">
      <dgm:prSet presAssocID="{03503AC4-7EBF-4783-94B6-907A45868EB6}" presName="dummy" presStyleCnt="0"/>
      <dgm:spPr/>
    </dgm:pt>
    <dgm:pt modelId="{8AF1FA81-2B06-47B5-AF90-F12E462B79E4}" type="pres">
      <dgm:prSet presAssocID="{D5B8688F-7E7A-4D23-8EDE-C3EC6E287C26}" presName="sibTrans" presStyleLbl="sibTrans2D1" presStyleIdx="2" presStyleCnt="3"/>
      <dgm:spPr/>
    </dgm:pt>
  </dgm:ptLst>
  <dgm:cxnLst>
    <dgm:cxn modelId="{A732BA3B-1322-4B35-9778-D4356254DB01}" type="presOf" srcId="{03503AC4-7EBF-4783-94B6-907A45868EB6}" destId="{1BE556AF-8AB4-49E2-9831-F635211AA156}" srcOrd="0" destOrd="0" presId="urn:microsoft.com/office/officeart/2005/8/layout/radial6"/>
    <dgm:cxn modelId="{5507FA3B-F756-48E3-9AAD-2CA3DCE5844D}" type="presOf" srcId="{2BA9FABA-8406-424E-92FE-7AE2E9448566}" destId="{A6A2D440-DF6B-43D6-B73B-A7C3EFE455C6}" srcOrd="0" destOrd="0" presId="urn:microsoft.com/office/officeart/2005/8/layout/radial6"/>
    <dgm:cxn modelId="{8935CD79-5A6D-4DD9-95F6-504CC8A73BCA}" type="presOf" srcId="{95AF3F41-13EC-4B64-A846-E9F30ADC4D01}" destId="{4BDFABB0-9598-4E11-9E02-E2734B42AD90}" srcOrd="0" destOrd="0" presId="urn:microsoft.com/office/officeart/2005/8/layout/radial6"/>
    <dgm:cxn modelId="{AF2A8995-F47A-41A1-9888-A5F28EA204F5}" type="presOf" srcId="{0744F8E1-D41C-4D55-8427-779CB215A7B5}" destId="{A7AC98AD-6084-470D-A019-FAABA38DBE73}" srcOrd="0" destOrd="0" presId="urn:microsoft.com/office/officeart/2005/8/layout/radial6"/>
    <dgm:cxn modelId="{AEF8FBA1-8125-41D8-85F1-377D9C7307F9}" type="presOf" srcId="{494AA973-50F4-4A29-A1E8-6FB7476DD9FD}" destId="{32383E76-73BD-4891-AF40-4BE824152CC1}" srcOrd="0" destOrd="0" presId="urn:microsoft.com/office/officeart/2005/8/layout/radial6"/>
    <dgm:cxn modelId="{B59E38A9-7FA8-40E5-8F39-339821E182CF}" srcId="{95AF3F41-13EC-4B64-A846-E9F30ADC4D01}" destId="{03503AC4-7EBF-4783-94B6-907A45868EB6}" srcOrd="2" destOrd="0" parTransId="{4DACF472-3D8E-4058-91CD-36AAE7901A8C}" sibTransId="{D5B8688F-7E7A-4D23-8EDE-C3EC6E287C26}"/>
    <dgm:cxn modelId="{6B9CE4A9-E282-4D43-90C3-E80FF5D67FD2}" srcId="{ECAD361D-C0E7-4C88-9518-C4C9A2BC5574}" destId="{95AF3F41-13EC-4B64-A846-E9F30ADC4D01}" srcOrd="0" destOrd="0" parTransId="{DBD24839-9ECC-4E8B-8AA0-B1D4969614BF}" sibTransId="{42F44D7F-BEA0-443E-A6F4-FB6073229B16}"/>
    <dgm:cxn modelId="{5D6822C2-8B9A-4EA3-935C-E38E1371BA8A}" srcId="{95AF3F41-13EC-4B64-A846-E9F30ADC4D01}" destId="{494AA973-50F4-4A29-A1E8-6FB7476DD9FD}" srcOrd="1" destOrd="0" parTransId="{89706C37-6303-4D2C-93B5-6010FC289AFD}" sibTransId="{4FA19583-1BEB-4D5A-80C7-D6604D875FA6}"/>
    <dgm:cxn modelId="{92C705C6-AD8D-41C6-900C-09CA4B1D3F5B}" type="presOf" srcId="{ECAD361D-C0E7-4C88-9518-C4C9A2BC5574}" destId="{880E388A-8647-450F-AE19-B1D2B3ABBB51}" srcOrd="0" destOrd="0" presId="urn:microsoft.com/office/officeart/2005/8/layout/radial6"/>
    <dgm:cxn modelId="{9DC826C9-92AA-4EBE-A4FB-2A5AA6C446C2}" srcId="{95AF3F41-13EC-4B64-A846-E9F30ADC4D01}" destId="{2BA9FABA-8406-424E-92FE-7AE2E9448566}" srcOrd="0" destOrd="0" parTransId="{2849005D-970D-4687-A93A-5DAA89128CD1}" sibTransId="{0744F8E1-D41C-4D55-8427-779CB215A7B5}"/>
    <dgm:cxn modelId="{4F27FFD8-932F-4BF0-9B91-EAC9CFAAE8EE}" type="presOf" srcId="{4FA19583-1BEB-4D5A-80C7-D6604D875FA6}" destId="{ADB0816F-2CE7-48B7-AA69-11C4855A7BB6}" srcOrd="0" destOrd="0" presId="urn:microsoft.com/office/officeart/2005/8/layout/radial6"/>
    <dgm:cxn modelId="{8A5BA6F1-3273-489E-A6AA-98056C6582F1}" type="presOf" srcId="{D5B8688F-7E7A-4D23-8EDE-C3EC6E287C26}" destId="{8AF1FA81-2B06-47B5-AF90-F12E462B79E4}" srcOrd="0" destOrd="0" presId="urn:microsoft.com/office/officeart/2005/8/layout/radial6"/>
    <dgm:cxn modelId="{CEEE02D4-E522-47B2-9349-09A36C63BF6F}" type="presParOf" srcId="{880E388A-8647-450F-AE19-B1D2B3ABBB51}" destId="{4BDFABB0-9598-4E11-9E02-E2734B42AD90}" srcOrd="0" destOrd="0" presId="urn:microsoft.com/office/officeart/2005/8/layout/radial6"/>
    <dgm:cxn modelId="{D795A1D1-1198-4476-8648-8E659748F047}" type="presParOf" srcId="{880E388A-8647-450F-AE19-B1D2B3ABBB51}" destId="{A6A2D440-DF6B-43D6-B73B-A7C3EFE455C6}" srcOrd="1" destOrd="0" presId="urn:microsoft.com/office/officeart/2005/8/layout/radial6"/>
    <dgm:cxn modelId="{81F099EA-0FA6-4061-94A9-C75204FFF6F0}" type="presParOf" srcId="{880E388A-8647-450F-AE19-B1D2B3ABBB51}" destId="{25D71FFB-B729-4052-9F3E-8014449128ED}" srcOrd="2" destOrd="0" presId="urn:microsoft.com/office/officeart/2005/8/layout/radial6"/>
    <dgm:cxn modelId="{283245C5-FF4C-4408-AFEB-65423C919165}" type="presParOf" srcId="{880E388A-8647-450F-AE19-B1D2B3ABBB51}" destId="{A7AC98AD-6084-470D-A019-FAABA38DBE73}" srcOrd="3" destOrd="0" presId="urn:microsoft.com/office/officeart/2005/8/layout/radial6"/>
    <dgm:cxn modelId="{FDE69BD2-E40B-4AF1-B447-DD43152F7840}" type="presParOf" srcId="{880E388A-8647-450F-AE19-B1D2B3ABBB51}" destId="{32383E76-73BD-4891-AF40-4BE824152CC1}" srcOrd="4" destOrd="0" presId="urn:microsoft.com/office/officeart/2005/8/layout/radial6"/>
    <dgm:cxn modelId="{4EE6E2E3-46E1-4C50-BE53-B07154C129A9}" type="presParOf" srcId="{880E388A-8647-450F-AE19-B1D2B3ABBB51}" destId="{77BA059B-81DF-465E-BA9A-1EAE805F7140}" srcOrd="5" destOrd="0" presId="urn:microsoft.com/office/officeart/2005/8/layout/radial6"/>
    <dgm:cxn modelId="{4CE52DC0-020F-4B58-B970-8BE75A2CBEAD}" type="presParOf" srcId="{880E388A-8647-450F-AE19-B1D2B3ABBB51}" destId="{ADB0816F-2CE7-48B7-AA69-11C4855A7BB6}" srcOrd="6" destOrd="0" presId="urn:microsoft.com/office/officeart/2005/8/layout/radial6"/>
    <dgm:cxn modelId="{2B50B384-0B16-4966-9F83-1133024BBBC1}" type="presParOf" srcId="{880E388A-8647-450F-AE19-B1D2B3ABBB51}" destId="{1BE556AF-8AB4-49E2-9831-F635211AA156}" srcOrd="7" destOrd="0" presId="urn:microsoft.com/office/officeart/2005/8/layout/radial6"/>
    <dgm:cxn modelId="{B794306B-2E5E-4485-BD2B-6761246FA650}" type="presParOf" srcId="{880E388A-8647-450F-AE19-B1D2B3ABBB51}" destId="{0A342690-E3DB-4D43-9B00-0B50E38DA3D2}" srcOrd="8" destOrd="0" presId="urn:microsoft.com/office/officeart/2005/8/layout/radial6"/>
    <dgm:cxn modelId="{738D14C1-2D2E-4155-BB6A-97ACD9032CC2}" type="presParOf" srcId="{880E388A-8647-450F-AE19-B1D2B3ABBB51}" destId="{8AF1FA81-2B06-47B5-AF90-F12E462B79E4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C25A84-9B1F-4FFE-B9E7-FC12081EC95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92F9BBA0-4F0E-4286-9795-EE78D927F181}">
      <dgm:prSet phldrT="[Text]"/>
      <dgm:spPr/>
      <dgm:t>
        <a:bodyPr/>
        <a:lstStyle/>
        <a:p>
          <a:r>
            <a:rPr lang="it-IT" dirty="0"/>
            <a:t>Scelta randomica di un sito k</a:t>
          </a:r>
        </a:p>
      </dgm:t>
    </dgm:pt>
    <dgm:pt modelId="{C8D7FC7A-ECF4-46F8-9B6B-8AB17D9E4684}" type="parTrans" cxnId="{706528C2-3F9A-41CD-B093-304C1A396720}">
      <dgm:prSet/>
      <dgm:spPr/>
      <dgm:t>
        <a:bodyPr/>
        <a:lstStyle/>
        <a:p>
          <a:endParaRPr lang="it-IT"/>
        </a:p>
      </dgm:t>
    </dgm:pt>
    <dgm:pt modelId="{62AB5FE4-D1CF-4B36-8560-BFB181CCE056}" type="sibTrans" cxnId="{706528C2-3F9A-41CD-B093-304C1A396720}">
      <dgm:prSet/>
      <dgm:spPr/>
      <dgm:t>
        <a:bodyPr/>
        <a:lstStyle/>
        <a:p>
          <a:endParaRPr lang="it-IT"/>
        </a:p>
      </dgm:t>
    </dgm:pt>
    <dgm:pt modelId="{ACFF379F-3E1D-4DAE-BC05-BAA5A0CA145D}">
      <dgm:prSet phldrT="[Text]"/>
      <dgm:spPr/>
      <dgm:t>
        <a:bodyPr/>
        <a:lstStyle/>
        <a:p>
          <a:r>
            <a:rPr lang="it-IT" dirty="0"/>
            <a:t>k = 0; n(1) = 0</a:t>
          </a:r>
        </a:p>
      </dgm:t>
    </dgm:pt>
    <dgm:pt modelId="{3CB908C1-2CF2-44F8-A618-A8C9618DADBC}" type="parTrans" cxnId="{5F29EB39-92E6-40EE-B247-B13BC84FFD82}">
      <dgm:prSet/>
      <dgm:spPr/>
      <dgm:t>
        <a:bodyPr/>
        <a:lstStyle/>
        <a:p>
          <a:endParaRPr lang="it-IT"/>
        </a:p>
      </dgm:t>
    </dgm:pt>
    <dgm:pt modelId="{83D1FF93-CFFA-4FCD-9EEA-715BB8CD8A78}" type="sibTrans" cxnId="{5F29EB39-92E6-40EE-B247-B13BC84FFD82}">
      <dgm:prSet/>
      <dgm:spPr/>
      <dgm:t>
        <a:bodyPr/>
        <a:lstStyle/>
        <a:p>
          <a:endParaRPr lang="it-IT"/>
        </a:p>
      </dgm:t>
    </dgm:pt>
    <dgm:pt modelId="{55B96574-ED51-4784-A59B-ED15AD3DA578}">
      <dgm:prSet phldrT="[Text]"/>
      <dgm:spPr/>
      <dgm:t>
        <a:bodyPr/>
        <a:lstStyle/>
        <a:p>
          <a:r>
            <a:rPr lang="it-IT" dirty="0"/>
            <a:t>Iniezione della particella nel reticolo con rate α</a:t>
          </a:r>
        </a:p>
      </dgm:t>
    </dgm:pt>
    <dgm:pt modelId="{037E578C-8180-47A0-9546-97824354F32E}" type="parTrans" cxnId="{8E297E23-61E1-4BDC-90DD-8BF74526DF2B}">
      <dgm:prSet/>
      <dgm:spPr/>
      <dgm:t>
        <a:bodyPr/>
        <a:lstStyle/>
        <a:p>
          <a:endParaRPr lang="it-IT"/>
        </a:p>
      </dgm:t>
    </dgm:pt>
    <dgm:pt modelId="{907437BB-510E-4B10-A79D-24889B9CC8A1}" type="sibTrans" cxnId="{8E297E23-61E1-4BDC-90DD-8BF74526DF2B}">
      <dgm:prSet/>
      <dgm:spPr/>
      <dgm:t>
        <a:bodyPr/>
        <a:lstStyle/>
        <a:p>
          <a:endParaRPr lang="it-IT"/>
        </a:p>
      </dgm:t>
    </dgm:pt>
    <dgm:pt modelId="{FC9E20A9-A508-41DC-849F-54771289A123}">
      <dgm:prSet phldrT="[Text]"/>
      <dgm:spPr/>
      <dgm:t>
        <a:bodyPr/>
        <a:lstStyle/>
        <a:p>
          <a:r>
            <a:rPr lang="it-IT" dirty="0"/>
            <a:t>k = 0, 1, …L; n(k) = 1;  n(k+1) = 0;</a:t>
          </a:r>
        </a:p>
      </dgm:t>
    </dgm:pt>
    <dgm:pt modelId="{7767A0EF-3E15-44FC-83BD-E5A72F7DBA01}" type="parTrans" cxnId="{75520C05-A33E-4500-962F-1875903A14DE}">
      <dgm:prSet/>
      <dgm:spPr/>
      <dgm:t>
        <a:bodyPr/>
        <a:lstStyle/>
        <a:p>
          <a:endParaRPr lang="it-IT"/>
        </a:p>
      </dgm:t>
    </dgm:pt>
    <dgm:pt modelId="{662DAF81-BD2E-4962-AD89-025FD20F16D2}" type="sibTrans" cxnId="{75520C05-A33E-4500-962F-1875903A14DE}">
      <dgm:prSet/>
      <dgm:spPr/>
      <dgm:t>
        <a:bodyPr/>
        <a:lstStyle/>
        <a:p>
          <a:endParaRPr lang="it-IT"/>
        </a:p>
      </dgm:t>
    </dgm:pt>
    <dgm:pt modelId="{53A8F692-D256-4D7A-83A3-77BBF011A171}">
      <dgm:prSet phldrT="[Text]"/>
      <dgm:spPr/>
      <dgm:t>
        <a:bodyPr/>
        <a:lstStyle/>
        <a:p>
          <a:r>
            <a:rPr lang="it-IT" dirty="0"/>
            <a:t>k = L;  n(L) = 1; </a:t>
          </a:r>
        </a:p>
      </dgm:t>
    </dgm:pt>
    <dgm:pt modelId="{F5384764-25C1-4337-B3EB-3C46F358A6E0}" type="parTrans" cxnId="{25B75A5B-99C6-470B-A7B8-88DCBB315B93}">
      <dgm:prSet/>
      <dgm:spPr/>
      <dgm:t>
        <a:bodyPr/>
        <a:lstStyle/>
        <a:p>
          <a:endParaRPr lang="it-IT"/>
        </a:p>
      </dgm:t>
    </dgm:pt>
    <dgm:pt modelId="{6670CFBA-AD28-4A29-8441-D008B56F5DBC}" type="sibTrans" cxnId="{25B75A5B-99C6-470B-A7B8-88DCBB315B93}">
      <dgm:prSet/>
      <dgm:spPr/>
      <dgm:t>
        <a:bodyPr/>
        <a:lstStyle/>
        <a:p>
          <a:endParaRPr lang="it-IT"/>
        </a:p>
      </dgm:t>
    </dgm:pt>
    <dgm:pt modelId="{B24B8A7C-99FB-4B39-BDB7-80A7EE593D1F}">
      <dgm:prSet phldrT="[Text]"/>
      <dgm:spPr/>
      <dgm:t>
        <a:bodyPr/>
        <a:lstStyle/>
        <a:p>
          <a:r>
            <a:rPr lang="it-IT" dirty="0"/>
            <a:t>Espulsione della particella dal reticolo con rate β</a:t>
          </a:r>
        </a:p>
      </dgm:t>
    </dgm:pt>
    <dgm:pt modelId="{D86E6902-E8E3-41D4-9A23-3217D1D2E557}" type="parTrans" cxnId="{E0EB31F4-708A-43E9-92FE-13EF19CE38D4}">
      <dgm:prSet/>
      <dgm:spPr/>
      <dgm:t>
        <a:bodyPr/>
        <a:lstStyle/>
        <a:p>
          <a:endParaRPr lang="it-IT"/>
        </a:p>
      </dgm:t>
    </dgm:pt>
    <dgm:pt modelId="{D0E8ECF2-2977-4F84-8E0E-CFC2914E8E0F}" type="sibTrans" cxnId="{E0EB31F4-708A-43E9-92FE-13EF19CE38D4}">
      <dgm:prSet/>
      <dgm:spPr/>
      <dgm:t>
        <a:bodyPr/>
        <a:lstStyle/>
        <a:p>
          <a:endParaRPr lang="it-IT"/>
        </a:p>
      </dgm:t>
    </dgm:pt>
    <dgm:pt modelId="{1A0E7630-779F-4184-845A-F1951D765352}">
      <dgm:prSet phldrT="[Text]"/>
      <dgm:spPr/>
      <dgm:t>
        <a:bodyPr/>
        <a:lstStyle/>
        <a:p>
          <a:r>
            <a:rPr lang="it-IT" dirty="0"/>
            <a:t>Particella si sposta da k a k+1</a:t>
          </a:r>
        </a:p>
      </dgm:t>
    </dgm:pt>
    <dgm:pt modelId="{89A4E709-3623-4A38-BC13-B201E5FCAE7F}" type="parTrans" cxnId="{863D1821-F77D-4A8D-B123-55B3ACD6E23B}">
      <dgm:prSet/>
      <dgm:spPr/>
      <dgm:t>
        <a:bodyPr/>
        <a:lstStyle/>
        <a:p>
          <a:endParaRPr lang="it-IT"/>
        </a:p>
      </dgm:t>
    </dgm:pt>
    <dgm:pt modelId="{E762C4A0-13D9-4D48-9802-D13F353568E8}" type="sibTrans" cxnId="{863D1821-F77D-4A8D-B123-55B3ACD6E23B}">
      <dgm:prSet/>
      <dgm:spPr/>
      <dgm:t>
        <a:bodyPr/>
        <a:lstStyle/>
        <a:p>
          <a:endParaRPr lang="it-IT"/>
        </a:p>
      </dgm:t>
    </dgm:pt>
    <dgm:pt modelId="{9DBE71AF-7BAE-4382-8DDD-BFAD20F370DC}" type="pres">
      <dgm:prSet presAssocID="{A8C25A84-9B1F-4FFE-B9E7-FC12081EC9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0D519E-D466-47AB-AA3E-B86FA7865A9E}" type="pres">
      <dgm:prSet presAssocID="{92F9BBA0-4F0E-4286-9795-EE78D927F181}" presName="hierRoot1" presStyleCnt="0"/>
      <dgm:spPr/>
    </dgm:pt>
    <dgm:pt modelId="{4FD12E44-511F-4A01-94F7-0AD78B15A0F6}" type="pres">
      <dgm:prSet presAssocID="{92F9BBA0-4F0E-4286-9795-EE78D927F181}" presName="composite" presStyleCnt="0"/>
      <dgm:spPr/>
    </dgm:pt>
    <dgm:pt modelId="{7730D0EC-093E-4130-A230-D053EC50252A}" type="pres">
      <dgm:prSet presAssocID="{92F9BBA0-4F0E-4286-9795-EE78D927F181}" presName="background" presStyleLbl="node0" presStyleIdx="0" presStyleCnt="1"/>
      <dgm:spPr/>
    </dgm:pt>
    <dgm:pt modelId="{D3DD8738-CFF1-4BC4-AFA7-B158B6C9A19A}" type="pres">
      <dgm:prSet presAssocID="{92F9BBA0-4F0E-4286-9795-EE78D927F181}" presName="text" presStyleLbl="fgAcc0" presStyleIdx="0" presStyleCnt="1">
        <dgm:presLayoutVars>
          <dgm:chPref val="3"/>
        </dgm:presLayoutVars>
      </dgm:prSet>
      <dgm:spPr/>
    </dgm:pt>
    <dgm:pt modelId="{89BD2BFC-0DE8-4A90-8BC7-88A8AB7940E2}" type="pres">
      <dgm:prSet presAssocID="{92F9BBA0-4F0E-4286-9795-EE78D927F181}" presName="hierChild2" presStyleCnt="0"/>
      <dgm:spPr/>
    </dgm:pt>
    <dgm:pt modelId="{2F46274B-A7ED-441B-92C6-917AAA379A31}" type="pres">
      <dgm:prSet presAssocID="{3CB908C1-2CF2-44F8-A618-A8C9618DADBC}" presName="Name10" presStyleLbl="parChTrans1D2" presStyleIdx="0" presStyleCnt="3"/>
      <dgm:spPr/>
    </dgm:pt>
    <dgm:pt modelId="{4FBD452F-8B8B-4CDA-9649-31175B171F5D}" type="pres">
      <dgm:prSet presAssocID="{ACFF379F-3E1D-4DAE-BC05-BAA5A0CA145D}" presName="hierRoot2" presStyleCnt="0"/>
      <dgm:spPr/>
    </dgm:pt>
    <dgm:pt modelId="{90DFB5BE-5D6B-4D89-882B-6B7F8EA8F300}" type="pres">
      <dgm:prSet presAssocID="{ACFF379F-3E1D-4DAE-BC05-BAA5A0CA145D}" presName="composite2" presStyleCnt="0"/>
      <dgm:spPr/>
    </dgm:pt>
    <dgm:pt modelId="{52A1C028-9A63-4C6E-97EF-13B5B4B35F8E}" type="pres">
      <dgm:prSet presAssocID="{ACFF379F-3E1D-4DAE-BC05-BAA5A0CA145D}" presName="background2" presStyleLbl="node2" presStyleIdx="0" presStyleCnt="3"/>
      <dgm:spPr/>
    </dgm:pt>
    <dgm:pt modelId="{5502CD49-A428-4B8C-96D4-D79EF5168917}" type="pres">
      <dgm:prSet presAssocID="{ACFF379F-3E1D-4DAE-BC05-BAA5A0CA145D}" presName="text2" presStyleLbl="fgAcc2" presStyleIdx="0" presStyleCnt="3">
        <dgm:presLayoutVars>
          <dgm:chPref val="3"/>
        </dgm:presLayoutVars>
      </dgm:prSet>
      <dgm:spPr/>
    </dgm:pt>
    <dgm:pt modelId="{673C8247-528C-41AD-BC4E-53C4CF87A84C}" type="pres">
      <dgm:prSet presAssocID="{ACFF379F-3E1D-4DAE-BC05-BAA5A0CA145D}" presName="hierChild3" presStyleCnt="0"/>
      <dgm:spPr/>
    </dgm:pt>
    <dgm:pt modelId="{CD09928A-FE1C-43CB-A97D-B212ECA4A5A0}" type="pres">
      <dgm:prSet presAssocID="{037E578C-8180-47A0-9546-97824354F32E}" presName="Name17" presStyleLbl="parChTrans1D3" presStyleIdx="0" presStyleCnt="3"/>
      <dgm:spPr/>
    </dgm:pt>
    <dgm:pt modelId="{E39E559A-1312-4841-A22E-B7C2DD223FCE}" type="pres">
      <dgm:prSet presAssocID="{55B96574-ED51-4784-A59B-ED15AD3DA578}" presName="hierRoot3" presStyleCnt="0"/>
      <dgm:spPr/>
    </dgm:pt>
    <dgm:pt modelId="{D668E0D5-4660-4A00-A801-71F01C1422A1}" type="pres">
      <dgm:prSet presAssocID="{55B96574-ED51-4784-A59B-ED15AD3DA578}" presName="composite3" presStyleCnt="0"/>
      <dgm:spPr/>
    </dgm:pt>
    <dgm:pt modelId="{A8692432-CD9B-4738-BC7A-5279888F0F14}" type="pres">
      <dgm:prSet presAssocID="{55B96574-ED51-4784-A59B-ED15AD3DA578}" presName="background3" presStyleLbl="node3" presStyleIdx="0" presStyleCnt="3"/>
      <dgm:spPr/>
    </dgm:pt>
    <dgm:pt modelId="{057B7661-A010-40A3-B471-EF03EB78629A}" type="pres">
      <dgm:prSet presAssocID="{55B96574-ED51-4784-A59B-ED15AD3DA578}" presName="text3" presStyleLbl="fgAcc3" presStyleIdx="0" presStyleCnt="3">
        <dgm:presLayoutVars>
          <dgm:chPref val="3"/>
        </dgm:presLayoutVars>
      </dgm:prSet>
      <dgm:spPr/>
    </dgm:pt>
    <dgm:pt modelId="{94EB4BED-1CE9-448E-A2AF-B63236422666}" type="pres">
      <dgm:prSet presAssocID="{55B96574-ED51-4784-A59B-ED15AD3DA578}" presName="hierChild4" presStyleCnt="0"/>
      <dgm:spPr/>
    </dgm:pt>
    <dgm:pt modelId="{290CBCEE-8EF6-4B6E-AF29-D3ED46028A3C}" type="pres">
      <dgm:prSet presAssocID="{7767A0EF-3E15-44FC-83BD-E5A72F7DBA01}" presName="Name10" presStyleLbl="parChTrans1D2" presStyleIdx="1" presStyleCnt="3"/>
      <dgm:spPr/>
    </dgm:pt>
    <dgm:pt modelId="{A9287D9D-DE76-4611-A64D-94E7A0B995EF}" type="pres">
      <dgm:prSet presAssocID="{FC9E20A9-A508-41DC-849F-54771289A123}" presName="hierRoot2" presStyleCnt="0"/>
      <dgm:spPr/>
    </dgm:pt>
    <dgm:pt modelId="{955E784E-BA2F-40AC-A517-46C5674964FA}" type="pres">
      <dgm:prSet presAssocID="{FC9E20A9-A508-41DC-849F-54771289A123}" presName="composite2" presStyleCnt="0"/>
      <dgm:spPr/>
    </dgm:pt>
    <dgm:pt modelId="{CC3B59B2-6633-47DA-BCF1-EDFCAFFF2466}" type="pres">
      <dgm:prSet presAssocID="{FC9E20A9-A508-41DC-849F-54771289A123}" presName="background2" presStyleLbl="node2" presStyleIdx="1" presStyleCnt="3"/>
      <dgm:spPr/>
    </dgm:pt>
    <dgm:pt modelId="{B22021B5-4B88-41CC-890C-07CF009DBBFF}" type="pres">
      <dgm:prSet presAssocID="{FC9E20A9-A508-41DC-849F-54771289A123}" presName="text2" presStyleLbl="fgAcc2" presStyleIdx="1" presStyleCnt="3">
        <dgm:presLayoutVars>
          <dgm:chPref val="3"/>
        </dgm:presLayoutVars>
      </dgm:prSet>
      <dgm:spPr/>
    </dgm:pt>
    <dgm:pt modelId="{9338F757-F1D5-40E5-9566-175FA1E595D6}" type="pres">
      <dgm:prSet presAssocID="{FC9E20A9-A508-41DC-849F-54771289A123}" presName="hierChild3" presStyleCnt="0"/>
      <dgm:spPr/>
    </dgm:pt>
    <dgm:pt modelId="{340491C2-E0E9-424F-9543-88D7A350199F}" type="pres">
      <dgm:prSet presAssocID="{89A4E709-3623-4A38-BC13-B201E5FCAE7F}" presName="Name17" presStyleLbl="parChTrans1D3" presStyleIdx="1" presStyleCnt="3"/>
      <dgm:spPr/>
    </dgm:pt>
    <dgm:pt modelId="{3160ACA0-1F0D-4CDA-BC3A-4601D9D21644}" type="pres">
      <dgm:prSet presAssocID="{1A0E7630-779F-4184-845A-F1951D765352}" presName="hierRoot3" presStyleCnt="0"/>
      <dgm:spPr/>
    </dgm:pt>
    <dgm:pt modelId="{2A6A520F-EB26-4DFE-B342-B54F1121CCF0}" type="pres">
      <dgm:prSet presAssocID="{1A0E7630-779F-4184-845A-F1951D765352}" presName="composite3" presStyleCnt="0"/>
      <dgm:spPr/>
    </dgm:pt>
    <dgm:pt modelId="{27306EC9-4F33-433D-BB2D-35BE9C7AEACC}" type="pres">
      <dgm:prSet presAssocID="{1A0E7630-779F-4184-845A-F1951D765352}" presName="background3" presStyleLbl="node3" presStyleIdx="1" presStyleCnt="3"/>
      <dgm:spPr/>
    </dgm:pt>
    <dgm:pt modelId="{D4386BBB-2139-46C8-8DAE-A50DFD8ECE4B}" type="pres">
      <dgm:prSet presAssocID="{1A0E7630-779F-4184-845A-F1951D765352}" presName="text3" presStyleLbl="fgAcc3" presStyleIdx="1" presStyleCnt="3">
        <dgm:presLayoutVars>
          <dgm:chPref val="3"/>
        </dgm:presLayoutVars>
      </dgm:prSet>
      <dgm:spPr/>
    </dgm:pt>
    <dgm:pt modelId="{78CAA285-B5A2-417D-8140-80B7F88036F8}" type="pres">
      <dgm:prSet presAssocID="{1A0E7630-779F-4184-845A-F1951D765352}" presName="hierChild4" presStyleCnt="0"/>
      <dgm:spPr/>
    </dgm:pt>
    <dgm:pt modelId="{F299A0C3-D62C-4C53-A648-2020DC67A52D}" type="pres">
      <dgm:prSet presAssocID="{F5384764-25C1-4337-B3EB-3C46F358A6E0}" presName="Name10" presStyleLbl="parChTrans1D2" presStyleIdx="2" presStyleCnt="3"/>
      <dgm:spPr/>
    </dgm:pt>
    <dgm:pt modelId="{444F28B9-3E18-4AFF-ADA9-30D7D6560F41}" type="pres">
      <dgm:prSet presAssocID="{53A8F692-D256-4D7A-83A3-77BBF011A171}" presName="hierRoot2" presStyleCnt="0"/>
      <dgm:spPr/>
    </dgm:pt>
    <dgm:pt modelId="{2FC02E2E-B1DB-4CCB-BF38-3274FDCDC4B4}" type="pres">
      <dgm:prSet presAssocID="{53A8F692-D256-4D7A-83A3-77BBF011A171}" presName="composite2" presStyleCnt="0"/>
      <dgm:spPr/>
    </dgm:pt>
    <dgm:pt modelId="{0A173DEC-26D4-431B-9689-1C3FFA61E2FC}" type="pres">
      <dgm:prSet presAssocID="{53A8F692-D256-4D7A-83A3-77BBF011A171}" presName="background2" presStyleLbl="node2" presStyleIdx="2" presStyleCnt="3"/>
      <dgm:spPr/>
    </dgm:pt>
    <dgm:pt modelId="{3F9BB4BA-C8AC-4DE8-A966-1AD3038F69D4}" type="pres">
      <dgm:prSet presAssocID="{53A8F692-D256-4D7A-83A3-77BBF011A171}" presName="text2" presStyleLbl="fgAcc2" presStyleIdx="2" presStyleCnt="3">
        <dgm:presLayoutVars>
          <dgm:chPref val="3"/>
        </dgm:presLayoutVars>
      </dgm:prSet>
      <dgm:spPr/>
    </dgm:pt>
    <dgm:pt modelId="{40E6A0AA-1E99-4166-8EEE-83D962D916A9}" type="pres">
      <dgm:prSet presAssocID="{53A8F692-D256-4D7A-83A3-77BBF011A171}" presName="hierChild3" presStyleCnt="0"/>
      <dgm:spPr/>
    </dgm:pt>
    <dgm:pt modelId="{AC6C1CDA-A5B5-4D5E-93D9-956160F1C533}" type="pres">
      <dgm:prSet presAssocID="{D86E6902-E8E3-41D4-9A23-3217D1D2E557}" presName="Name17" presStyleLbl="parChTrans1D3" presStyleIdx="2" presStyleCnt="3"/>
      <dgm:spPr/>
    </dgm:pt>
    <dgm:pt modelId="{A492C5B8-34E1-44D9-AB47-D4E9ED3B350A}" type="pres">
      <dgm:prSet presAssocID="{B24B8A7C-99FB-4B39-BDB7-80A7EE593D1F}" presName="hierRoot3" presStyleCnt="0"/>
      <dgm:spPr/>
    </dgm:pt>
    <dgm:pt modelId="{33042C13-D607-4127-80CF-0967E742DBA1}" type="pres">
      <dgm:prSet presAssocID="{B24B8A7C-99FB-4B39-BDB7-80A7EE593D1F}" presName="composite3" presStyleCnt="0"/>
      <dgm:spPr/>
    </dgm:pt>
    <dgm:pt modelId="{E7F8D29B-D7E5-4C03-B5BD-103FEEB3AE98}" type="pres">
      <dgm:prSet presAssocID="{B24B8A7C-99FB-4B39-BDB7-80A7EE593D1F}" presName="background3" presStyleLbl="node3" presStyleIdx="2" presStyleCnt="3"/>
      <dgm:spPr/>
    </dgm:pt>
    <dgm:pt modelId="{D5246CA8-0192-41D9-9D25-BC8684477F87}" type="pres">
      <dgm:prSet presAssocID="{B24B8A7C-99FB-4B39-BDB7-80A7EE593D1F}" presName="text3" presStyleLbl="fgAcc3" presStyleIdx="2" presStyleCnt="3">
        <dgm:presLayoutVars>
          <dgm:chPref val="3"/>
        </dgm:presLayoutVars>
      </dgm:prSet>
      <dgm:spPr/>
    </dgm:pt>
    <dgm:pt modelId="{3C3520E2-7B77-418C-874F-C85EC8D98F58}" type="pres">
      <dgm:prSet presAssocID="{B24B8A7C-99FB-4B39-BDB7-80A7EE593D1F}" presName="hierChild4" presStyleCnt="0"/>
      <dgm:spPr/>
    </dgm:pt>
  </dgm:ptLst>
  <dgm:cxnLst>
    <dgm:cxn modelId="{75520C05-A33E-4500-962F-1875903A14DE}" srcId="{92F9BBA0-4F0E-4286-9795-EE78D927F181}" destId="{FC9E20A9-A508-41DC-849F-54771289A123}" srcOrd="1" destOrd="0" parTransId="{7767A0EF-3E15-44FC-83BD-E5A72F7DBA01}" sibTransId="{662DAF81-BD2E-4962-AD89-025FD20F16D2}"/>
    <dgm:cxn modelId="{A173F110-CC3A-4D51-A2DA-E3375B5B07CD}" type="presOf" srcId="{F5384764-25C1-4337-B3EB-3C46F358A6E0}" destId="{F299A0C3-D62C-4C53-A648-2020DC67A52D}" srcOrd="0" destOrd="0" presId="urn:microsoft.com/office/officeart/2005/8/layout/hierarchy1"/>
    <dgm:cxn modelId="{4AC66718-4B43-4EEF-B4C3-BA1FEA2A6D73}" type="presOf" srcId="{1A0E7630-779F-4184-845A-F1951D765352}" destId="{D4386BBB-2139-46C8-8DAE-A50DFD8ECE4B}" srcOrd="0" destOrd="0" presId="urn:microsoft.com/office/officeart/2005/8/layout/hierarchy1"/>
    <dgm:cxn modelId="{863D1821-F77D-4A8D-B123-55B3ACD6E23B}" srcId="{FC9E20A9-A508-41DC-849F-54771289A123}" destId="{1A0E7630-779F-4184-845A-F1951D765352}" srcOrd="0" destOrd="0" parTransId="{89A4E709-3623-4A38-BC13-B201E5FCAE7F}" sibTransId="{E762C4A0-13D9-4D48-9802-D13F353568E8}"/>
    <dgm:cxn modelId="{8E297E23-61E1-4BDC-90DD-8BF74526DF2B}" srcId="{ACFF379F-3E1D-4DAE-BC05-BAA5A0CA145D}" destId="{55B96574-ED51-4784-A59B-ED15AD3DA578}" srcOrd="0" destOrd="0" parTransId="{037E578C-8180-47A0-9546-97824354F32E}" sibTransId="{907437BB-510E-4B10-A79D-24889B9CC8A1}"/>
    <dgm:cxn modelId="{238A5D37-8007-4917-A497-D7437E6EAE34}" type="presOf" srcId="{A8C25A84-9B1F-4FFE-B9E7-FC12081EC95C}" destId="{9DBE71AF-7BAE-4382-8DDD-BFAD20F370DC}" srcOrd="0" destOrd="0" presId="urn:microsoft.com/office/officeart/2005/8/layout/hierarchy1"/>
    <dgm:cxn modelId="{5F29EB39-92E6-40EE-B247-B13BC84FFD82}" srcId="{92F9BBA0-4F0E-4286-9795-EE78D927F181}" destId="{ACFF379F-3E1D-4DAE-BC05-BAA5A0CA145D}" srcOrd="0" destOrd="0" parTransId="{3CB908C1-2CF2-44F8-A618-A8C9618DADBC}" sibTransId="{83D1FF93-CFFA-4FCD-9EEA-715BB8CD8A78}"/>
    <dgm:cxn modelId="{25B75A5B-99C6-470B-A7B8-88DCBB315B93}" srcId="{92F9BBA0-4F0E-4286-9795-EE78D927F181}" destId="{53A8F692-D256-4D7A-83A3-77BBF011A171}" srcOrd="2" destOrd="0" parTransId="{F5384764-25C1-4337-B3EB-3C46F358A6E0}" sibTransId="{6670CFBA-AD28-4A29-8441-D008B56F5DBC}"/>
    <dgm:cxn modelId="{58ABF95F-5342-45D2-900D-AC5105AA1F0A}" type="presOf" srcId="{7767A0EF-3E15-44FC-83BD-E5A72F7DBA01}" destId="{290CBCEE-8EF6-4B6E-AF29-D3ED46028A3C}" srcOrd="0" destOrd="0" presId="urn:microsoft.com/office/officeart/2005/8/layout/hierarchy1"/>
    <dgm:cxn modelId="{E8C72664-40B0-4699-8859-B66D4B28DA2E}" type="presOf" srcId="{FC9E20A9-A508-41DC-849F-54771289A123}" destId="{B22021B5-4B88-41CC-890C-07CF009DBBFF}" srcOrd="0" destOrd="0" presId="urn:microsoft.com/office/officeart/2005/8/layout/hierarchy1"/>
    <dgm:cxn modelId="{22D58065-A2D7-43E2-A5D6-46FB50030ABC}" type="presOf" srcId="{3CB908C1-2CF2-44F8-A618-A8C9618DADBC}" destId="{2F46274B-A7ED-441B-92C6-917AAA379A31}" srcOrd="0" destOrd="0" presId="urn:microsoft.com/office/officeart/2005/8/layout/hierarchy1"/>
    <dgm:cxn modelId="{2E51A847-A37E-4106-9F2A-B3A736FD3EB0}" type="presOf" srcId="{55B96574-ED51-4784-A59B-ED15AD3DA578}" destId="{057B7661-A010-40A3-B471-EF03EB78629A}" srcOrd="0" destOrd="0" presId="urn:microsoft.com/office/officeart/2005/8/layout/hierarchy1"/>
    <dgm:cxn modelId="{CEA83381-BD73-4E5E-BFBB-8DC986F27023}" type="presOf" srcId="{ACFF379F-3E1D-4DAE-BC05-BAA5A0CA145D}" destId="{5502CD49-A428-4B8C-96D4-D79EF5168917}" srcOrd="0" destOrd="0" presId="urn:microsoft.com/office/officeart/2005/8/layout/hierarchy1"/>
    <dgm:cxn modelId="{99DCDC85-E85A-47C9-963C-DD683233FA4E}" type="presOf" srcId="{037E578C-8180-47A0-9546-97824354F32E}" destId="{CD09928A-FE1C-43CB-A97D-B212ECA4A5A0}" srcOrd="0" destOrd="0" presId="urn:microsoft.com/office/officeart/2005/8/layout/hierarchy1"/>
    <dgm:cxn modelId="{706528C2-3F9A-41CD-B093-304C1A396720}" srcId="{A8C25A84-9B1F-4FFE-B9E7-FC12081EC95C}" destId="{92F9BBA0-4F0E-4286-9795-EE78D927F181}" srcOrd="0" destOrd="0" parTransId="{C8D7FC7A-ECF4-46F8-9B6B-8AB17D9E4684}" sibTransId="{62AB5FE4-D1CF-4B36-8560-BFB181CCE056}"/>
    <dgm:cxn modelId="{4CA30EDC-6140-47C6-AB71-54B54DFDF044}" type="presOf" srcId="{53A8F692-D256-4D7A-83A3-77BBF011A171}" destId="{3F9BB4BA-C8AC-4DE8-A966-1AD3038F69D4}" srcOrd="0" destOrd="0" presId="urn:microsoft.com/office/officeart/2005/8/layout/hierarchy1"/>
    <dgm:cxn modelId="{3F9118E2-22A1-4D17-80D5-B2E584806F2E}" type="presOf" srcId="{92F9BBA0-4F0E-4286-9795-EE78D927F181}" destId="{D3DD8738-CFF1-4BC4-AFA7-B158B6C9A19A}" srcOrd="0" destOrd="0" presId="urn:microsoft.com/office/officeart/2005/8/layout/hierarchy1"/>
    <dgm:cxn modelId="{817640EA-B418-4F93-998D-F80A60F7B66C}" type="presOf" srcId="{89A4E709-3623-4A38-BC13-B201E5FCAE7F}" destId="{340491C2-E0E9-424F-9543-88D7A350199F}" srcOrd="0" destOrd="0" presId="urn:microsoft.com/office/officeart/2005/8/layout/hierarchy1"/>
    <dgm:cxn modelId="{E0EB31F4-708A-43E9-92FE-13EF19CE38D4}" srcId="{53A8F692-D256-4D7A-83A3-77BBF011A171}" destId="{B24B8A7C-99FB-4B39-BDB7-80A7EE593D1F}" srcOrd="0" destOrd="0" parTransId="{D86E6902-E8E3-41D4-9A23-3217D1D2E557}" sibTransId="{D0E8ECF2-2977-4F84-8E0E-CFC2914E8E0F}"/>
    <dgm:cxn modelId="{042D11F7-4822-40F9-9257-7C2512C836AB}" type="presOf" srcId="{D86E6902-E8E3-41D4-9A23-3217D1D2E557}" destId="{AC6C1CDA-A5B5-4D5E-93D9-956160F1C533}" srcOrd="0" destOrd="0" presId="urn:microsoft.com/office/officeart/2005/8/layout/hierarchy1"/>
    <dgm:cxn modelId="{C5746DFC-9096-4050-A613-82D5ABD98891}" type="presOf" srcId="{B24B8A7C-99FB-4B39-BDB7-80A7EE593D1F}" destId="{D5246CA8-0192-41D9-9D25-BC8684477F87}" srcOrd="0" destOrd="0" presId="urn:microsoft.com/office/officeart/2005/8/layout/hierarchy1"/>
    <dgm:cxn modelId="{25400BE9-0B18-4516-9C8E-5C6CFF5E0068}" type="presParOf" srcId="{9DBE71AF-7BAE-4382-8DDD-BFAD20F370DC}" destId="{BC0D519E-D466-47AB-AA3E-B86FA7865A9E}" srcOrd="0" destOrd="0" presId="urn:microsoft.com/office/officeart/2005/8/layout/hierarchy1"/>
    <dgm:cxn modelId="{18A46155-8784-4798-AA4A-0149A2A00116}" type="presParOf" srcId="{BC0D519E-D466-47AB-AA3E-B86FA7865A9E}" destId="{4FD12E44-511F-4A01-94F7-0AD78B15A0F6}" srcOrd="0" destOrd="0" presId="urn:microsoft.com/office/officeart/2005/8/layout/hierarchy1"/>
    <dgm:cxn modelId="{C5C9A4C0-C5DD-4DC8-B2E3-696D3369EC1B}" type="presParOf" srcId="{4FD12E44-511F-4A01-94F7-0AD78B15A0F6}" destId="{7730D0EC-093E-4130-A230-D053EC50252A}" srcOrd="0" destOrd="0" presId="urn:microsoft.com/office/officeart/2005/8/layout/hierarchy1"/>
    <dgm:cxn modelId="{88E65D68-12EB-4CD1-93A2-E93703C29112}" type="presParOf" srcId="{4FD12E44-511F-4A01-94F7-0AD78B15A0F6}" destId="{D3DD8738-CFF1-4BC4-AFA7-B158B6C9A19A}" srcOrd="1" destOrd="0" presId="urn:microsoft.com/office/officeart/2005/8/layout/hierarchy1"/>
    <dgm:cxn modelId="{3E670A0D-07D7-40B6-A2AB-65BDD31F4F74}" type="presParOf" srcId="{BC0D519E-D466-47AB-AA3E-B86FA7865A9E}" destId="{89BD2BFC-0DE8-4A90-8BC7-88A8AB7940E2}" srcOrd="1" destOrd="0" presId="urn:microsoft.com/office/officeart/2005/8/layout/hierarchy1"/>
    <dgm:cxn modelId="{C18036BB-B997-4907-B35B-82CE7177086F}" type="presParOf" srcId="{89BD2BFC-0DE8-4A90-8BC7-88A8AB7940E2}" destId="{2F46274B-A7ED-441B-92C6-917AAA379A31}" srcOrd="0" destOrd="0" presId="urn:microsoft.com/office/officeart/2005/8/layout/hierarchy1"/>
    <dgm:cxn modelId="{A1DB5343-F4BE-4638-B354-7E4C9FD2D11E}" type="presParOf" srcId="{89BD2BFC-0DE8-4A90-8BC7-88A8AB7940E2}" destId="{4FBD452F-8B8B-4CDA-9649-31175B171F5D}" srcOrd="1" destOrd="0" presId="urn:microsoft.com/office/officeart/2005/8/layout/hierarchy1"/>
    <dgm:cxn modelId="{F574C372-E327-4909-8E27-76A987ADF09D}" type="presParOf" srcId="{4FBD452F-8B8B-4CDA-9649-31175B171F5D}" destId="{90DFB5BE-5D6B-4D89-882B-6B7F8EA8F300}" srcOrd="0" destOrd="0" presId="urn:microsoft.com/office/officeart/2005/8/layout/hierarchy1"/>
    <dgm:cxn modelId="{9943676D-3F07-4604-979D-6C77E96C8EBD}" type="presParOf" srcId="{90DFB5BE-5D6B-4D89-882B-6B7F8EA8F300}" destId="{52A1C028-9A63-4C6E-97EF-13B5B4B35F8E}" srcOrd="0" destOrd="0" presId="urn:microsoft.com/office/officeart/2005/8/layout/hierarchy1"/>
    <dgm:cxn modelId="{5EAA1A49-1CDF-4A0D-AD9B-C255711B7875}" type="presParOf" srcId="{90DFB5BE-5D6B-4D89-882B-6B7F8EA8F300}" destId="{5502CD49-A428-4B8C-96D4-D79EF5168917}" srcOrd="1" destOrd="0" presId="urn:microsoft.com/office/officeart/2005/8/layout/hierarchy1"/>
    <dgm:cxn modelId="{E7ED8397-69FF-4556-9E75-BDBEBA2E6326}" type="presParOf" srcId="{4FBD452F-8B8B-4CDA-9649-31175B171F5D}" destId="{673C8247-528C-41AD-BC4E-53C4CF87A84C}" srcOrd="1" destOrd="0" presId="urn:microsoft.com/office/officeart/2005/8/layout/hierarchy1"/>
    <dgm:cxn modelId="{29991D53-0C71-4045-AC97-9F464C13CCEA}" type="presParOf" srcId="{673C8247-528C-41AD-BC4E-53C4CF87A84C}" destId="{CD09928A-FE1C-43CB-A97D-B212ECA4A5A0}" srcOrd="0" destOrd="0" presId="urn:microsoft.com/office/officeart/2005/8/layout/hierarchy1"/>
    <dgm:cxn modelId="{B4AFB48F-E9EB-41AC-A117-3C7E9F2AA949}" type="presParOf" srcId="{673C8247-528C-41AD-BC4E-53C4CF87A84C}" destId="{E39E559A-1312-4841-A22E-B7C2DD223FCE}" srcOrd="1" destOrd="0" presId="urn:microsoft.com/office/officeart/2005/8/layout/hierarchy1"/>
    <dgm:cxn modelId="{A96B8B75-9453-4819-8E10-3C68B05BB9F0}" type="presParOf" srcId="{E39E559A-1312-4841-A22E-B7C2DD223FCE}" destId="{D668E0D5-4660-4A00-A801-71F01C1422A1}" srcOrd="0" destOrd="0" presId="urn:microsoft.com/office/officeart/2005/8/layout/hierarchy1"/>
    <dgm:cxn modelId="{E366C032-73D1-45F2-9699-D759DD98E389}" type="presParOf" srcId="{D668E0D5-4660-4A00-A801-71F01C1422A1}" destId="{A8692432-CD9B-4738-BC7A-5279888F0F14}" srcOrd="0" destOrd="0" presId="urn:microsoft.com/office/officeart/2005/8/layout/hierarchy1"/>
    <dgm:cxn modelId="{9C93FE6C-780A-4E59-AF37-AA2A8527F57C}" type="presParOf" srcId="{D668E0D5-4660-4A00-A801-71F01C1422A1}" destId="{057B7661-A010-40A3-B471-EF03EB78629A}" srcOrd="1" destOrd="0" presId="urn:microsoft.com/office/officeart/2005/8/layout/hierarchy1"/>
    <dgm:cxn modelId="{BFE44ABD-B013-4C09-9E23-AA68618BCC5C}" type="presParOf" srcId="{E39E559A-1312-4841-A22E-B7C2DD223FCE}" destId="{94EB4BED-1CE9-448E-A2AF-B63236422666}" srcOrd="1" destOrd="0" presId="urn:microsoft.com/office/officeart/2005/8/layout/hierarchy1"/>
    <dgm:cxn modelId="{4AACF827-9DAB-4E08-9E64-2C00E88D3D7E}" type="presParOf" srcId="{89BD2BFC-0DE8-4A90-8BC7-88A8AB7940E2}" destId="{290CBCEE-8EF6-4B6E-AF29-D3ED46028A3C}" srcOrd="2" destOrd="0" presId="urn:microsoft.com/office/officeart/2005/8/layout/hierarchy1"/>
    <dgm:cxn modelId="{BF0B9F2A-A992-4F8A-95C0-76A7B4F1132A}" type="presParOf" srcId="{89BD2BFC-0DE8-4A90-8BC7-88A8AB7940E2}" destId="{A9287D9D-DE76-4611-A64D-94E7A0B995EF}" srcOrd="3" destOrd="0" presId="urn:microsoft.com/office/officeart/2005/8/layout/hierarchy1"/>
    <dgm:cxn modelId="{EEFC7564-5850-49A3-AB01-62BC4D585D7C}" type="presParOf" srcId="{A9287D9D-DE76-4611-A64D-94E7A0B995EF}" destId="{955E784E-BA2F-40AC-A517-46C5674964FA}" srcOrd="0" destOrd="0" presId="urn:microsoft.com/office/officeart/2005/8/layout/hierarchy1"/>
    <dgm:cxn modelId="{7D5DD70D-591D-4BF4-BDAD-2CE7ADD89264}" type="presParOf" srcId="{955E784E-BA2F-40AC-A517-46C5674964FA}" destId="{CC3B59B2-6633-47DA-BCF1-EDFCAFFF2466}" srcOrd="0" destOrd="0" presId="urn:microsoft.com/office/officeart/2005/8/layout/hierarchy1"/>
    <dgm:cxn modelId="{D7840F69-DA9E-4CCD-B400-DAEF9F2D12C4}" type="presParOf" srcId="{955E784E-BA2F-40AC-A517-46C5674964FA}" destId="{B22021B5-4B88-41CC-890C-07CF009DBBFF}" srcOrd="1" destOrd="0" presId="urn:microsoft.com/office/officeart/2005/8/layout/hierarchy1"/>
    <dgm:cxn modelId="{B15C786F-78D2-4F23-96AD-B858795F8DDA}" type="presParOf" srcId="{A9287D9D-DE76-4611-A64D-94E7A0B995EF}" destId="{9338F757-F1D5-40E5-9566-175FA1E595D6}" srcOrd="1" destOrd="0" presId="urn:microsoft.com/office/officeart/2005/8/layout/hierarchy1"/>
    <dgm:cxn modelId="{9D37C55B-485B-46E0-8140-E170BF140128}" type="presParOf" srcId="{9338F757-F1D5-40E5-9566-175FA1E595D6}" destId="{340491C2-E0E9-424F-9543-88D7A350199F}" srcOrd="0" destOrd="0" presId="urn:microsoft.com/office/officeart/2005/8/layout/hierarchy1"/>
    <dgm:cxn modelId="{6BBCC6F3-9B25-43A6-BA3B-BF1C82494A1F}" type="presParOf" srcId="{9338F757-F1D5-40E5-9566-175FA1E595D6}" destId="{3160ACA0-1F0D-4CDA-BC3A-4601D9D21644}" srcOrd="1" destOrd="0" presId="urn:microsoft.com/office/officeart/2005/8/layout/hierarchy1"/>
    <dgm:cxn modelId="{94848C5A-66B2-4C89-A9D4-9BBB803A18E7}" type="presParOf" srcId="{3160ACA0-1F0D-4CDA-BC3A-4601D9D21644}" destId="{2A6A520F-EB26-4DFE-B342-B54F1121CCF0}" srcOrd="0" destOrd="0" presId="urn:microsoft.com/office/officeart/2005/8/layout/hierarchy1"/>
    <dgm:cxn modelId="{F50131EE-15C0-47F7-A866-8CDDEF3B0643}" type="presParOf" srcId="{2A6A520F-EB26-4DFE-B342-B54F1121CCF0}" destId="{27306EC9-4F33-433D-BB2D-35BE9C7AEACC}" srcOrd="0" destOrd="0" presId="urn:microsoft.com/office/officeart/2005/8/layout/hierarchy1"/>
    <dgm:cxn modelId="{C241A808-E230-47E1-B3B1-637641CDC5E6}" type="presParOf" srcId="{2A6A520F-EB26-4DFE-B342-B54F1121CCF0}" destId="{D4386BBB-2139-46C8-8DAE-A50DFD8ECE4B}" srcOrd="1" destOrd="0" presId="urn:microsoft.com/office/officeart/2005/8/layout/hierarchy1"/>
    <dgm:cxn modelId="{FFCFE29F-652B-457E-9F6A-373B010CB9B6}" type="presParOf" srcId="{3160ACA0-1F0D-4CDA-BC3A-4601D9D21644}" destId="{78CAA285-B5A2-417D-8140-80B7F88036F8}" srcOrd="1" destOrd="0" presId="urn:microsoft.com/office/officeart/2005/8/layout/hierarchy1"/>
    <dgm:cxn modelId="{E6A0DA3F-B03D-4895-81A0-551B05A7303B}" type="presParOf" srcId="{89BD2BFC-0DE8-4A90-8BC7-88A8AB7940E2}" destId="{F299A0C3-D62C-4C53-A648-2020DC67A52D}" srcOrd="4" destOrd="0" presId="urn:microsoft.com/office/officeart/2005/8/layout/hierarchy1"/>
    <dgm:cxn modelId="{98AB8353-860B-4A89-A558-1288E28FA379}" type="presParOf" srcId="{89BD2BFC-0DE8-4A90-8BC7-88A8AB7940E2}" destId="{444F28B9-3E18-4AFF-ADA9-30D7D6560F41}" srcOrd="5" destOrd="0" presId="urn:microsoft.com/office/officeart/2005/8/layout/hierarchy1"/>
    <dgm:cxn modelId="{82C17856-61B1-48F7-BE27-57052645D7A2}" type="presParOf" srcId="{444F28B9-3E18-4AFF-ADA9-30D7D6560F41}" destId="{2FC02E2E-B1DB-4CCB-BF38-3274FDCDC4B4}" srcOrd="0" destOrd="0" presId="urn:microsoft.com/office/officeart/2005/8/layout/hierarchy1"/>
    <dgm:cxn modelId="{6E9D3751-2FCD-417E-B0BC-80982BA2032A}" type="presParOf" srcId="{2FC02E2E-B1DB-4CCB-BF38-3274FDCDC4B4}" destId="{0A173DEC-26D4-431B-9689-1C3FFA61E2FC}" srcOrd="0" destOrd="0" presId="urn:microsoft.com/office/officeart/2005/8/layout/hierarchy1"/>
    <dgm:cxn modelId="{4B7DE75C-8154-4928-A62C-D9E9F83537DE}" type="presParOf" srcId="{2FC02E2E-B1DB-4CCB-BF38-3274FDCDC4B4}" destId="{3F9BB4BA-C8AC-4DE8-A966-1AD3038F69D4}" srcOrd="1" destOrd="0" presId="urn:microsoft.com/office/officeart/2005/8/layout/hierarchy1"/>
    <dgm:cxn modelId="{5280895C-3403-4CCB-AB6D-2DE91A16860A}" type="presParOf" srcId="{444F28B9-3E18-4AFF-ADA9-30D7D6560F41}" destId="{40E6A0AA-1E99-4166-8EEE-83D962D916A9}" srcOrd="1" destOrd="0" presId="urn:microsoft.com/office/officeart/2005/8/layout/hierarchy1"/>
    <dgm:cxn modelId="{247D2FAC-FD7D-4E80-B2D8-89F3B54BD0C3}" type="presParOf" srcId="{40E6A0AA-1E99-4166-8EEE-83D962D916A9}" destId="{AC6C1CDA-A5B5-4D5E-93D9-956160F1C533}" srcOrd="0" destOrd="0" presId="urn:microsoft.com/office/officeart/2005/8/layout/hierarchy1"/>
    <dgm:cxn modelId="{EF7C2F37-EB41-498F-8483-520081E315FA}" type="presParOf" srcId="{40E6A0AA-1E99-4166-8EEE-83D962D916A9}" destId="{A492C5B8-34E1-44D9-AB47-D4E9ED3B350A}" srcOrd="1" destOrd="0" presId="urn:microsoft.com/office/officeart/2005/8/layout/hierarchy1"/>
    <dgm:cxn modelId="{EE3277B8-08F8-4C93-88F0-B6781C4131E2}" type="presParOf" srcId="{A492C5B8-34E1-44D9-AB47-D4E9ED3B350A}" destId="{33042C13-D607-4127-80CF-0967E742DBA1}" srcOrd="0" destOrd="0" presId="urn:microsoft.com/office/officeart/2005/8/layout/hierarchy1"/>
    <dgm:cxn modelId="{AD471F82-6AB6-44F2-A90D-347927D7504B}" type="presParOf" srcId="{33042C13-D607-4127-80CF-0967E742DBA1}" destId="{E7F8D29B-D7E5-4C03-B5BD-103FEEB3AE98}" srcOrd="0" destOrd="0" presId="urn:microsoft.com/office/officeart/2005/8/layout/hierarchy1"/>
    <dgm:cxn modelId="{72CD642F-261F-4CB9-9BF4-258BB11DB090}" type="presParOf" srcId="{33042C13-D607-4127-80CF-0967E742DBA1}" destId="{D5246CA8-0192-41D9-9D25-BC8684477F87}" srcOrd="1" destOrd="0" presId="urn:microsoft.com/office/officeart/2005/8/layout/hierarchy1"/>
    <dgm:cxn modelId="{650779FE-CFB0-4D3E-9353-B80A49E3A6B2}" type="presParOf" srcId="{A492C5B8-34E1-44D9-AB47-D4E9ED3B350A}" destId="{3C3520E2-7B77-418C-874F-C85EC8D98F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CC9FA8-D28B-429C-A5B2-83C0B154D59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F2927E2F-925B-486F-82F2-2E2A3C1DE08C}">
      <dgm:prSet/>
      <dgm:spPr/>
      <dgm:t>
        <a:bodyPr/>
        <a:lstStyle/>
        <a:p>
          <a:r>
            <a:rPr lang="it-IT" b="0" dirty="0"/>
            <a:t>Dinamica nelle condizioni di contorno aperto (o libero):</a:t>
          </a:r>
        </a:p>
      </dgm:t>
    </dgm:pt>
    <dgm:pt modelId="{426B71F5-6090-404E-88CC-32035B30F3DD}" type="parTrans" cxnId="{FA2BC6F3-6407-4C02-89E9-D454F92B0DA2}">
      <dgm:prSet/>
      <dgm:spPr/>
      <dgm:t>
        <a:bodyPr/>
        <a:lstStyle/>
        <a:p>
          <a:endParaRPr lang="it-IT"/>
        </a:p>
      </dgm:t>
    </dgm:pt>
    <dgm:pt modelId="{EAE1DC69-64FE-41E6-9D6A-C8BE7890F98D}" type="sibTrans" cxnId="{FA2BC6F3-6407-4C02-89E9-D454F92B0DA2}">
      <dgm:prSet/>
      <dgm:spPr/>
      <dgm:t>
        <a:bodyPr/>
        <a:lstStyle/>
        <a:p>
          <a:endParaRPr lang="it-IT"/>
        </a:p>
      </dgm:t>
    </dgm:pt>
    <dgm:pt modelId="{57AE88D7-9213-4CC6-BBB5-C17AEE324D11}">
      <dgm:prSet custT="1"/>
      <dgm:spPr/>
      <dgm:t>
        <a:bodyPr/>
        <a:lstStyle/>
        <a:p>
          <a:r>
            <a:rPr lang="it-IT" sz="2200" b="1" dirty="0"/>
            <a:t>Fase di iniezione</a:t>
          </a:r>
          <a:endParaRPr lang="it-IT" sz="2200" dirty="0"/>
        </a:p>
      </dgm:t>
    </dgm:pt>
    <dgm:pt modelId="{B92475E4-D1F0-4CA9-B8B3-9539D8510763}" type="parTrans" cxnId="{84C3A067-D406-434B-9C93-861D55743CB4}">
      <dgm:prSet/>
      <dgm:spPr/>
      <dgm:t>
        <a:bodyPr/>
        <a:lstStyle/>
        <a:p>
          <a:endParaRPr lang="it-IT"/>
        </a:p>
      </dgm:t>
    </dgm:pt>
    <dgm:pt modelId="{C40DB95F-17AC-420F-849D-5225DCFBC976}" type="sibTrans" cxnId="{84C3A067-D406-434B-9C93-861D55743CB4}">
      <dgm:prSet/>
      <dgm:spPr/>
      <dgm:t>
        <a:bodyPr/>
        <a:lstStyle/>
        <a:p>
          <a:endParaRPr lang="it-IT"/>
        </a:p>
      </dgm:t>
    </dgm:pt>
    <dgm:pt modelId="{9779E069-1F33-4237-866A-F1C1EC4D0F18}">
      <dgm:prSet custT="1"/>
      <dgm:spPr/>
      <dgm:t>
        <a:bodyPr/>
        <a:lstStyle/>
        <a:p>
          <a:r>
            <a:rPr lang="it-IT" sz="2200" b="1" dirty="0"/>
            <a:t>Fase di espulsione</a:t>
          </a:r>
          <a:endParaRPr lang="it-IT" sz="2200" dirty="0"/>
        </a:p>
      </dgm:t>
    </dgm:pt>
    <dgm:pt modelId="{9F4FC351-5036-4963-B620-3FC2705EA6BD}" type="parTrans" cxnId="{E0A576D5-11BC-453D-A05D-9613C0844436}">
      <dgm:prSet/>
      <dgm:spPr/>
      <dgm:t>
        <a:bodyPr/>
        <a:lstStyle/>
        <a:p>
          <a:endParaRPr lang="it-IT"/>
        </a:p>
      </dgm:t>
    </dgm:pt>
    <dgm:pt modelId="{39990716-A86C-4C89-AE00-AB3E14775431}" type="sibTrans" cxnId="{E0A576D5-11BC-453D-A05D-9613C0844436}">
      <dgm:prSet/>
      <dgm:spPr/>
      <dgm:t>
        <a:bodyPr/>
        <a:lstStyle/>
        <a:p>
          <a:endParaRPr lang="it-IT"/>
        </a:p>
      </dgm:t>
    </dgm:pt>
    <dgm:pt modelId="{56D601E5-9961-4DA3-8952-BA3FF9FD4693}">
      <dgm:prSet custT="1"/>
      <dgm:spPr/>
      <dgm:t>
        <a:bodyPr/>
        <a:lstStyle/>
        <a:p>
          <a:r>
            <a:rPr lang="it-IT" sz="2200" b="1" dirty="0"/>
            <a:t>Fase centrale </a:t>
          </a:r>
          <a:r>
            <a:rPr lang="it-IT" sz="2200" b="0" dirty="0"/>
            <a:t>(invariata)</a:t>
          </a:r>
        </a:p>
      </dgm:t>
    </dgm:pt>
    <dgm:pt modelId="{919486D8-A2AA-4C40-9991-C55580AE890B}" type="parTrans" cxnId="{1C5EEF13-9B2E-4033-BAF8-83FB751D2A3F}">
      <dgm:prSet/>
      <dgm:spPr/>
      <dgm:t>
        <a:bodyPr/>
        <a:lstStyle/>
        <a:p>
          <a:endParaRPr lang="it-IT"/>
        </a:p>
      </dgm:t>
    </dgm:pt>
    <dgm:pt modelId="{8A326B5D-2CF5-4CE1-978A-27A5E92628B7}" type="sibTrans" cxnId="{1C5EEF13-9B2E-4033-BAF8-83FB751D2A3F}">
      <dgm:prSet/>
      <dgm:spPr/>
      <dgm:t>
        <a:bodyPr/>
        <a:lstStyle/>
        <a:p>
          <a:endParaRPr lang="it-IT"/>
        </a:p>
      </dgm:t>
    </dgm:pt>
    <dgm:pt modelId="{6816499E-0C4E-4587-8109-2588DC92D4D5}" type="pres">
      <dgm:prSet presAssocID="{F3CC9FA8-D28B-429C-A5B2-83C0B154D5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6F49687-CA70-431D-AC28-C36383FEFB5C}" type="pres">
      <dgm:prSet presAssocID="{F2927E2F-925B-486F-82F2-2E2A3C1DE08C}" presName="hierRoot1" presStyleCnt="0">
        <dgm:presLayoutVars>
          <dgm:hierBranch val="init"/>
        </dgm:presLayoutVars>
      </dgm:prSet>
      <dgm:spPr/>
    </dgm:pt>
    <dgm:pt modelId="{69E30224-F3B8-43C1-A794-AB3466EE644E}" type="pres">
      <dgm:prSet presAssocID="{F2927E2F-925B-486F-82F2-2E2A3C1DE08C}" presName="rootComposite1" presStyleCnt="0"/>
      <dgm:spPr/>
    </dgm:pt>
    <dgm:pt modelId="{47DE81F0-FFEA-491E-B298-B12DA5351A70}" type="pres">
      <dgm:prSet presAssocID="{F2927E2F-925B-486F-82F2-2E2A3C1DE08C}" presName="rootText1" presStyleLbl="node0" presStyleIdx="0" presStyleCnt="1" custScaleX="127048">
        <dgm:presLayoutVars>
          <dgm:chPref val="3"/>
        </dgm:presLayoutVars>
      </dgm:prSet>
      <dgm:spPr/>
    </dgm:pt>
    <dgm:pt modelId="{BA9A23EA-37CA-4556-8B04-3AF36D3E0641}" type="pres">
      <dgm:prSet presAssocID="{F2927E2F-925B-486F-82F2-2E2A3C1DE08C}" presName="rootConnector1" presStyleLbl="node1" presStyleIdx="0" presStyleCnt="0"/>
      <dgm:spPr/>
    </dgm:pt>
    <dgm:pt modelId="{E2D1E5DA-91ED-4B80-ACF2-9AD9A5A6E930}" type="pres">
      <dgm:prSet presAssocID="{F2927E2F-925B-486F-82F2-2E2A3C1DE08C}" presName="hierChild2" presStyleCnt="0"/>
      <dgm:spPr/>
    </dgm:pt>
    <dgm:pt modelId="{59C50FD6-C17B-4C74-A9ED-C127BC385DDB}" type="pres">
      <dgm:prSet presAssocID="{B92475E4-D1F0-4CA9-B8B3-9539D8510763}" presName="Name37" presStyleLbl="parChTrans1D2" presStyleIdx="0" presStyleCnt="3"/>
      <dgm:spPr/>
    </dgm:pt>
    <dgm:pt modelId="{E6FFE586-3548-4621-9947-A06A11971C45}" type="pres">
      <dgm:prSet presAssocID="{57AE88D7-9213-4CC6-BBB5-C17AEE324D11}" presName="hierRoot2" presStyleCnt="0">
        <dgm:presLayoutVars>
          <dgm:hierBranch val="init"/>
        </dgm:presLayoutVars>
      </dgm:prSet>
      <dgm:spPr/>
    </dgm:pt>
    <dgm:pt modelId="{A91FF4EF-1F7D-4476-8124-C54CC0A63470}" type="pres">
      <dgm:prSet presAssocID="{57AE88D7-9213-4CC6-BBB5-C17AEE324D11}" presName="rootComposite" presStyleCnt="0"/>
      <dgm:spPr/>
    </dgm:pt>
    <dgm:pt modelId="{74A24A63-9FBC-4C7D-A04D-4EE3D4132697}" type="pres">
      <dgm:prSet presAssocID="{57AE88D7-9213-4CC6-BBB5-C17AEE324D11}" presName="rootText" presStyleLbl="node2" presStyleIdx="0" presStyleCnt="3" custLinFactNeighborX="1183" custLinFactNeighborY="-956">
        <dgm:presLayoutVars>
          <dgm:chPref val="3"/>
        </dgm:presLayoutVars>
      </dgm:prSet>
      <dgm:spPr/>
    </dgm:pt>
    <dgm:pt modelId="{4E7CAE37-7E3A-41AF-971B-22F7D3CA72EE}" type="pres">
      <dgm:prSet presAssocID="{57AE88D7-9213-4CC6-BBB5-C17AEE324D11}" presName="rootConnector" presStyleLbl="node2" presStyleIdx="0" presStyleCnt="3"/>
      <dgm:spPr/>
    </dgm:pt>
    <dgm:pt modelId="{A1C66CF2-C053-4D10-8652-4166A2685473}" type="pres">
      <dgm:prSet presAssocID="{57AE88D7-9213-4CC6-BBB5-C17AEE324D11}" presName="hierChild4" presStyleCnt="0"/>
      <dgm:spPr/>
    </dgm:pt>
    <dgm:pt modelId="{34A05FBE-A7CF-4172-BEC4-710055334DAE}" type="pres">
      <dgm:prSet presAssocID="{57AE88D7-9213-4CC6-BBB5-C17AEE324D11}" presName="hierChild5" presStyleCnt="0"/>
      <dgm:spPr/>
    </dgm:pt>
    <dgm:pt modelId="{13A66756-E3B0-4E06-8301-42D8F215B947}" type="pres">
      <dgm:prSet presAssocID="{919486D8-A2AA-4C40-9991-C55580AE890B}" presName="Name37" presStyleLbl="parChTrans1D2" presStyleIdx="1" presStyleCnt="3"/>
      <dgm:spPr/>
    </dgm:pt>
    <dgm:pt modelId="{51FF8A74-766E-4FA9-AB25-5727E6DE1A85}" type="pres">
      <dgm:prSet presAssocID="{56D601E5-9961-4DA3-8952-BA3FF9FD4693}" presName="hierRoot2" presStyleCnt="0">
        <dgm:presLayoutVars>
          <dgm:hierBranch val="init"/>
        </dgm:presLayoutVars>
      </dgm:prSet>
      <dgm:spPr/>
    </dgm:pt>
    <dgm:pt modelId="{68BECFC9-324D-40F6-96FB-6FED92F5D9B3}" type="pres">
      <dgm:prSet presAssocID="{56D601E5-9961-4DA3-8952-BA3FF9FD4693}" presName="rootComposite" presStyleCnt="0"/>
      <dgm:spPr/>
    </dgm:pt>
    <dgm:pt modelId="{5A99163F-C52D-4A9D-B1EE-7A38BF23C135}" type="pres">
      <dgm:prSet presAssocID="{56D601E5-9961-4DA3-8952-BA3FF9FD4693}" presName="rootText" presStyleLbl="node2" presStyleIdx="1" presStyleCnt="3" custLinFactNeighborX="45">
        <dgm:presLayoutVars>
          <dgm:chPref val="3"/>
        </dgm:presLayoutVars>
      </dgm:prSet>
      <dgm:spPr/>
    </dgm:pt>
    <dgm:pt modelId="{4DBD80B9-D5D9-4B57-8C10-A9EB52D738E1}" type="pres">
      <dgm:prSet presAssocID="{56D601E5-9961-4DA3-8952-BA3FF9FD4693}" presName="rootConnector" presStyleLbl="node2" presStyleIdx="1" presStyleCnt="3"/>
      <dgm:spPr/>
    </dgm:pt>
    <dgm:pt modelId="{1167F187-9392-4EBC-9556-EE6779749A4C}" type="pres">
      <dgm:prSet presAssocID="{56D601E5-9961-4DA3-8952-BA3FF9FD4693}" presName="hierChild4" presStyleCnt="0"/>
      <dgm:spPr/>
    </dgm:pt>
    <dgm:pt modelId="{79F087EC-04FC-4C46-BD00-B7CA2ABA9940}" type="pres">
      <dgm:prSet presAssocID="{56D601E5-9961-4DA3-8952-BA3FF9FD4693}" presName="hierChild5" presStyleCnt="0"/>
      <dgm:spPr/>
    </dgm:pt>
    <dgm:pt modelId="{CFC3B142-F78B-4062-956B-B80BD6EE97D3}" type="pres">
      <dgm:prSet presAssocID="{9F4FC351-5036-4963-B620-3FC2705EA6BD}" presName="Name37" presStyleLbl="parChTrans1D2" presStyleIdx="2" presStyleCnt="3"/>
      <dgm:spPr/>
    </dgm:pt>
    <dgm:pt modelId="{C77F41B7-D122-47F6-B7C9-D081F9C6C024}" type="pres">
      <dgm:prSet presAssocID="{9779E069-1F33-4237-866A-F1C1EC4D0F18}" presName="hierRoot2" presStyleCnt="0">
        <dgm:presLayoutVars>
          <dgm:hierBranch val="init"/>
        </dgm:presLayoutVars>
      </dgm:prSet>
      <dgm:spPr/>
    </dgm:pt>
    <dgm:pt modelId="{EFDC4A58-074C-4CA6-B509-24F0BA162E3C}" type="pres">
      <dgm:prSet presAssocID="{9779E069-1F33-4237-866A-F1C1EC4D0F18}" presName="rootComposite" presStyleCnt="0"/>
      <dgm:spPr/>
    </dgm:pt>
    <dgm:pt modelId="{6FB64DE8-9348-4AA5-AB43-A7FD6EC61168}" type="pres">
      <dgm:prSet presAssocID="{9779E069-1F33-4237-866A-F1C1EC4D0F18}" presName="rootText" presStyleLbl="node2" presStyleIdx="2" presStyleCnt="3" custLinFactNeighborX="23" custLinFactNeighborY="-956">
        <dgm:presLayoutVars>
          <dgm:chPref val="3"/>
        </dgm:presLayoutVars>
      </dgm:prSet>
      <dgm:spPr/>
    </dgm:pt>
    <dgm:pt modelId="{6C3C30E3-0601-454D-87B1-1A1DD4A26B57}" type="pres">
      <dgm:prSet presAssocID="{9779E069-1F33-4237-866A-F1C1EC4D0F18}" presName="rootConnector" presStyleLbl="node2" presStyleIdx="2" presStyleCnt="3"/>
      <dgm:spPr/>
    </dgm:pt>
    <dgm:pt modelId="{4ACA74D2-4628-4866-B283-4BFABAF6B561}" type="pres">
      <dgm:prSet presAssocID="{9779E069-1F33-4237-866A-F1C1EC4D0F18}" presName="hierChild4" presStyleCnt="0"/>
      <dgm:spPr/>
    </dgm:pt>
    <dgm:pt modelId="{6FBC6CAF-B78F-4A8A-B272-25998D7C396C}" type="pres">
      <dgm:prSet presAssocID="{9779E069-1F33-4237-866A-F1C1EC4D0F18}" presName="hierChild5" presStyleCnt="0"/>
      <dgm:spPr/>
    </dgm:pt>
    <dgm:pt modelId="{DE444E22-1879-4A8D-AC53-94CABBFE75BA}" type="pres">
      <dgm:prSet presAssocID="{F2927E2F-925B-486F-82F2-2E2A3C1DE08C}" presName="hierChild3" presStyleCnt="0"/>
      <dgm:spPr/>
    </dgm:pt>
  </dgm:ptLst>
  <dgm:cxnLst>
    <dgm:cxn modelId="{93C12008-33AA-4D97-97D7-3CF27C6E5C09}" type="presOf" srcId="{F2927E2F-925B-486F-82F2-2E2A3C1DE08C}" destId="{47DE81F0-FFEA-491E-B298-B12DA5351A70}" srcOrd="0" destOrd="0" presId="urn:microsoft.com/office/officeart/2005/8/layout/orgChart1"/>
    <dgm:cxn modelId="{1C5EEF13-9B2E-4033-BAF8-83FB751D2A3F}" srcId="{F2927E2F-925B-486F-82F2-2E2A3C1DE08C}" destId="{56D601E5-9961-4DA3-8952-BA3FF9FD4693}" srcOrd="1" destOrd="0" parTransId="{919486D8-A2AA-4C40-9991-C55580AE890B}" sibTransId="{8A326B5D-2CF5-4CE1-978A-27A5E92628B7}"/>
    <dgm:cxn modelId="{31644915-0569-4140-98B6-DBFEDFDB66E2}" type="presOf" srcId="{57AE88D7-9213-4CC6-BBB5-C17AEE324D11}" destId="{4E7CAE37-7E3A-41AF-971B-22F7D3CA72EE}" srcOrd="1" destOrd="0" presId="urn:microsoft.com/office/officeart/2005/8/layout/orgChart1"/>
    <dgm:cxn modelId="{C051BC18-1088-4A1D-96A1-E3DDDB1B1FF8}" type="presOf" srcId="{F2927E2F-925B-486F-82F2-2E2A3C1DE08C}" destId="{BA9A23EA-37CA-4556-8B04-3AF36D3E0641}" srcOrd="1" destOrd="0" presId="urn:microsoft.com/office/officeart/2005/8/layout/orgChart1"/>
    <dgm:cxn modelId="{56403319-A828-466F-810D-72A0B89499CE}" type="presOf" srcId="{919486D8-A2AA-4C40-9991-C55580AE890B}" destId="{13A66756-E3B0-4E06-8301-42D8F215B947}" srcOrd="0" destOrd="0" presId="urn:microsoft.com/office/officeart/2005/8/layout/orgChart1"/>
    <dgm:cxn modelId="{8E142E28-1E29-43A1-A165-35A162A9D8BC}" type="presOf" srcId="{56D601E5-9961-4DA3-8952-BA3FF9FD4693}" destId="{4DBD80B9-D5D9-4B57-8C10-A9EB52D738E1}" srcOrd="1" destOrd="0" presId="urn:microsoft.com/office/officeart/2005/8/layout/orgChart1"/>
    <dgm:cxn modelId="{97760536-B016-40ED-884E-4702DBA99EAD}" type="presOf" srcId="{57AE88D7-9213-4CC6-BBB5-C17AEE324D11}" destId="{74A24A63-9FBC-4C7D-A04D-4EE3D4132697}" srcOrd="0" destOrd="0" presId="urn:microsoft.com/office/officeart/2005/8/layout/orgChart1"/>
    <dgm:cxn modelId="{FEA4965C-AE89-4469-9AB1-3519DF4F464D}" type="presOf" srcId="{9F4FC351-5036-4963-B620-3FC2705EA6BD}" destId="{CFC3B142-F78B-4062-956B-B80BD6EE97D3}" srcOrd="0" destOrd="0" presId="urn:microsoft.com/office/officeart/2005/8/layout/orgChart1"/>
    <dgm:cxn modelId="{84C3A067-D406-434B-9C93-861D55743CB4}" srcId="{F2927E2F-925B-486F-82F2-2E2A3C1DE08C}" destId="{57AE88D7-9213-4CC6-BBB5-C17AEE324D11}" srcOrd="0" destOrd="0" parTransId="{B92475E4-D1F0-4CA9-B8B3-9539D8510763}" sibTransId="{C40DB95F-17AC-420F-849D-5225DCFBC976}"/>
    <dgm:cxn modelId="{109D6494-1BE4-405B-91A7-F41AF1C90736}" type="presOf" srcId="{9779E069-1F33-4237-866A-F1C1EC4D0F18}" destId="{6C3C30E3-0601-454D-87B1-1A1DD4A26B57}" srcOrd="1" destOrd="0" presId="urn:microsoft.com/office/officeart/2005/8/layout/orgChart1"/>
    <dgm:cxn modelId="{43BDACB8-CB1C-4D8D-94B7-400C7B1E91B9}" type="presOf" srcId="{B92475E4-D1F0-4CA9-B8B3-9539D8510763}" destId="{59C50FD6-C17B-4C74-A9ED-C127BC385DDB}" srcOrd="0" destOrd="0" presId="urn:microsoft.com/office/officeart/2005/8/layout/orgChart1"/>
    <dgm:cxn modelId="{3E5065BF-6496-433E-8F1E-161A77FC1222}" type="presOf" srcId="{56D601E5-9961-4DA3-8952-BA3FF9FD4693}" destId="{5A99163F-C52D-4A9D-B1EE-7A38BF23C135}" srcOrd="0" destOrd="0" presId="urn:microsoft.com/office/officeart/2005/8/layout/orgChart1"/>
    <dgm:cxn modelId="{E0A576D5-11BC-453D-A05D-9613C0844436}" srcId="{F2927E2F-925B-486F-82F2-2E2A3C1DE08C}" destId="{9779E069-1F33-4237-866A-F1C1EC4D0F18}" srcOrd="2" destOrd="0" parTransId="{9F4FC351-5036-4963-B620-3FC2705EA6BD}" sibTransId="{39990716-A86C-4C89-AE00-AB3E14775431}"/>
    <dgm:cxn modelId="{ACC4ECD9-7FDD-4F19-8266-883CCE23F773}" type="presOf" srcId="{9779E069-1F33-4237-866A-F1C1EC4D0F18}" destId="{6FB64DE8-9348-4AA5-AB43-A7FD6EC61168}" srcOrd="0" destOrd="0" presId="urn:microsoft.com/office/officeart/2005/8/layout/orgChart1"/>
    <dgm:cxn modelId="{FA2BC6F3-6407-4C02-89E9-D454F92B0DA2}" srcId="{F3CC9FA8-D28B-429C-A5B2-83C0B154D591}" destId="{F2927E2F-925B-486F-82F2-2E2A3C1DE08C}" srcOrd="0" destOrd="0" parTransId="{426B71F5-6090-404E-88CC-32035B30F3DD}" sibTransId="{EAE1DC69-64FE-41E6-9D6A-C8BE7890F98D}"/>
    <dgm:cxn modelId="{E89928FD-70A9-48D1-BCA1-9FEF2A10A277}" type="presOf" srcId="{F3CC9FA8-D28B-429C-A5B2-83C0B154D591}" destId="{6816499E-0C4E-4587-8109-2588DC92D4D5}" srcOrd="0" destOrd="0" presId="urn:microsoft.com/office/officeart/2005/8/layout/orgChart1"/>
    <dgm:cxn modelId="{5FF3C27D-F405-4D39-8F00-5D3FC3225F26}" type="presParOf" srcId="{6816499E-0C4E-4587-8109-2588DC92D4D5}" destId="{86F49687-CA70-431D-AC28-C36383FEFB5C}" srcOrd="0" destOrd="0" presId="urn:microsoft.com/office/officeart/2005/8/layout/orgChart1"/>
    <dgm:cxn modelId="{DE9CD388-F74E-4D82-876D-F645BCCC993C}" type="presParOf" srcId="{86F49687-CA70-431D-AC28-C36383FEFB5C}" destId="{69E30224-F3B8-43C1-A794-AB3466EE644E}" srcOrd="0" destOrd="0" presId="urn:microsoft.com/office/officeart/2005/8/layout/orgChart1"/>
    <dgm:cxn modelId="{0A32EEC2-E4BC-4C76-836E-A291EC00E405}" type="presParOf" srcId="{69E30224-F3B8-43C1-A794-AB3466EE644E}" destId="{47DE81F0-FFEA-491E-B298-B12DA5351A70}" srcOrd="0" destOrd="0" presId="urn:microsoft.com/office/officeart/2005/8/layout/orgChart1"/>
    <dgm:cxn modelId="{CBDC4602-A33A-4872-B745-F5A61C6A4488}" type="presParOf" srcId="{69E30224-F3B8-43C1-A794-AB3466EE644E}" destId="{BA9A23EA-37CA-4556-8B04-3AF36D3E0641}" srcOrd="1" destOrd="0" presId="urn:microsoft.com/office/officeart/2005/8/layout/orgChart1"/>
    <dgm:cxn modelId="{A5477566-DC00-46C1-806E-EAE2D3579517}" type="presParOf" srcId="{86F49687-CA70-431D-AC28-C36383FEFB5C}" destId="{E2D1E5DA-91ED-4B80-ACF2-9AD9A5A6E930}" srcOrd="1" destOrd="0" presId="urn:microsoft.com/office/officeart/2005/8/layout/orgChart1"/>
    <dgm:cxn modelId="{78801EC0-244A-4294-9956-6B15BFB7BE09}" type="presParOf" srcId="{E2D1E5DA-91ED-4B80-ACF2-9AD9A5A6E930}" destId="{59C50FD6-C17B-4C74-A9ED-C127BC385DDB}" srcOrd="0" destOrd="0" presId="urn:microsoft.com/office/officeart/2005/8/layout/orgChart1"/>
    <dgm:cxn modelId="{0D5648B1-F761-4426-AFE4-A415C78F043F}" type="presParOf" srcId="{E2D1E5DA-91ED-4B80-ACF2-9AD9A5A6E930}" destId="{E6FFE586-3548-4621-9947-A06A11971C45}" srcOrd="1" destOrd="0" presId="urn:microsoft.com/office/officeart/2005/8/layout/orgChart1"/>
    <dgm:cxn modelId="{A5BB7F51-1840-48FA-9F60-48776EED959A}" type="presParOf" srcId="{E6FFE586-3548-4621-9947-A06A11971C45}" destId="{A91FF4EF-1F7D-4476-8124-C54CC0A63470}" srcOrd="0" destOrd="0" presId="urn:microsoft.com/office/officeart/2005/8/layout/orgChart1"/>
    <dgm:cxn modelId="{7C2A75B6-4D30-42F3-A1A5-8DA01B0A9486}" type="presParOf" srcId="{A91FF4EF-1F7D-4476-8124-C54CC0A63470}" destId="{74A24A63-9FBC-4C7D-A04D-4EE3D4132697}" srcOrd="0" destOrd="0" presId="urn:microsoft.com/office/officeart/2005/8/layout/orgChart1"/>
    <dgm:cxn modelId="{D5B3074A-2615-45DD-A4B3-BD11340C37ED}" type="presParOf" srcId="{A91FF4EF-1F7D-4476-8124-C54CC0A63470}" destId="{4E7CAE37-7E3A-41AF-971B-22F7D3CA72EE}" srcOrd="1" destOrd="0" presId="urn:microsoft.com/office/officeart/2005/8/layout/orgChart1"/>
    <dgm:cxn modelId="{52880115-0FF8-4521-BE3E-DD83804C3C28}" type="presParOf" srcId="{E6FFE586-3548-4621-9947-A06A11971C45}" destId="{A1C66CF2-C053-4D10-8652-4166A2685473}" srcOrd="1" destOrd="0" presId="urn:microsoft.com/office/officeart/2005/8/layout/orgChart1"/>
    <dgm:cxn modelId="{3D908007-4DF4-450C-96D4-014689336536}" type="presParOf" srcId="{E6FFE586-3548-4621-9947-A06A11971C45}" destId="{34A05FBE-A7CF-4172-BEC4-710055334DAE}" srcOrd="2" destOrd="0" presId="urn:microsoft.com/office/officeart/2005/8/layout/orgChart1"/>
    <dgm:cxn modelId="{5BB93DA1-8743-4CE1-880F-4F27BD43864F}" type="presParOf" srcId="{E2D1E5DA-91ED-4B80-ACF2-9AD9A5A6E930}" destId="{13A66756-E3B0-4E06-8301-42D8F215B947}" srcOrd="2" destOrd="0" presId="urn:microsoft.com/office/officeart/2005/8/layout/orgChart1"/>
    <dgm:cxn modelId="{64470137-985C-4B5F-B415-11A799E47C3F}" type="presParOf" srcId="{E2D1E5DA-91ED-4B80-ACF2-9AD9A5A6E930}" destId="{51FF8A74-766E-4FA9-AB25-5727E6DE1A85}" srcOrd="3" destOrd="0" presId="urn:microsoft.com/office/officeart/2005/8/layout/orgChart1"/>
    <dgm:cxn modelId="{DBE5CED7-AC8D-44D2-87A5-1C3F44CCED8B}" type="presParOf" srcId="{51FF8A74-766E-4FA9-AB25-5727E6DE1A85}" destId="{68BECFC9-324D-40F6-96FB-6FED92F5D9B3}" srcOrd="0" destOrd="0" presId="urn:microsoft.com/office/officeart/2005/8/layout/orgChart1"/>
    <dgm:cxn modelId="{5FBE6DDB-6EE7-4A6E-B901-880B774FBD71}" type="presParOf" srcId="{68BECFC9-324D-40F6-96FB-6FED92F5D9B3}" destId="{5A99163F-C52D-4A9D-B1EE-7A38BF23C135}" srcOrd="0" destOrd="0" presId="urn:microsoft.com/office/officeart/2005/8/layout/orgChart1"/>
    <dgm:cxn modelId="{77A47E94-0121-4724-9A4F-FB618EC35C2E}" type="presParOf" srcId="{68BECFC9-324D-40F6-96FB-6FED92F5D9B3}" destId="{4DBD80B9-D5D9-4B57-8C10-A9EB52D738E1}" srcOrd="1" destOrd="0" presId="urn:microsoft.com/office/officeart/2005/8/layout/orgChart1"/>
    <dgm:cxn modelId="{43F54D8D-1205-4295-B09E-55405628D0FE}" type="presParOf" srcId="{51FF8A74-766E-4FA9-AB25-5727E6DE1A85}" destId="{1167F187-9392-4EBC-9556-EE6779749A4C}" srcOrd="1" destOrd="0" presId="urn:microsoft.com/office/officeart/2005/8/layout/orgChart1"/>
    <dgm:cxn modelId="{8088E13F-76C2-49AE-AB36-C78F25217ADE}" type="presParOf" srcId="{51FF8A74-766E-4FA9-AB25-5727E6DE1A85}" destId="{79F087EC-04FC-4C46-BD00-B7CA2ABA9940}" srcOrd="2" destOrd="0" presId="urn:microsoft.com/office/officeart/2005/8/layout/orgChart1"/>
    <dgm:cxn modelId="{15457921-4A95-4603-9A02-26D04D78B9F1}" type="presParOf" srcId="{E2D1E5DA-91ED-4B80-ACF2-9AD9A5A6E930}" destId="{CFC3B142-F78B-4062-956B-B80BD6EE97D3}" srcOrd="4" destOrd="0" presId="urn:microsoft.com/office/officeart/2005/8/layout/orgChart1"/>
    <dgm:cxn modelId="{76F5F142-EC10-4736-B4D7-57ED10371552}" type="presParOf" srcId="{E2D1E5DA-91ED-4B80-ACF2-9AD9A5A6E930}" destId="{C77F41B7-D122-47F6-B7C9-D081F9C6C024}" srcOrd="5" destOrd="0" presId="urn:microsoft.com/office/officeart/2005/8/layout/orgChart1"/>
    <dgm:cxn modelId="{B2404F3F-57AC-48CB-A736-690DF2FF1334}" type="presParOf" srcId="{C77F41B7-D122-47F6-B7C9-D081F9C6C024}" destId="{EFDC4A58-074C-4CA6-B509-24F0BA162E3C}" srcOrd="0" destOrd="0" presId="urn:microsoft.com/office/officeart/2005/8/layout/orgChart1"/>
    <dgm:cxn modelId="{9DC57C98-D4B3-44C6-AAE3-822B73FA3784}" type="presParOf" srcId="{EFDC4A58-074C-4CA6-B509-24F0BA162E3C}" destId="{6FB64DE8-9348-4AA5-AB43-A7FD6EC61168}" srcOrd="0" destOrd="0" presId="urn:microsoft.com/office/officeart/2005/8/layout/orgChart1"/>
    <dgm:cxn modelId="{A935DAD1-23CA-45D0-B303-653864A8F472}" type="presParOf" srcId="{EFDC4A58-074C-4CA6-B509-24F0BA162E3C}" destId="{6C3C30E3-0601-454D-87B1-1A1DD4A26B57}" srcOrd="1" destOrd="0" presId="urn:microsoft.com/office/officeart/2005/8/layout/orgChart1"/>
    <dgm:cxn modelId="{C4CE11BA-9681-4265-83CE-AE626A73F87E}" type="presParOf" srcId="{C77F41B7-D122-47F6-B7C9-D081F9C6C024}" destId="{4ACA74D2-4628-4866-B283-4BFABAF6B561}" srcOrd="1" destOrd="0" presId="urn:microsoft.com/office/officeart/2005/8/layout/orgChart1"/>
    <dgm:cxn modelId="{2CD65D68-9572-4013-BB80-735B4AF6355B}" type="presParOf" srcId="{C77F41B7-D122-47F6-B7C9-D081F9C6C024}" destId="{6FBC6CAF-B78F-4A8A-B272-25998D7C396C}" srcOrd="2" destOrd="0" presId="urn:microsoft.com/office/officeart/2005/8/layout/orgChart1"/>
    <dgm:cxn modelId="{1AC9F736-548A-4B85-B91D-FA34905DB569}" type="presParOf" srcId="{86F49687-CA70-431D-AC28-C36383FEFB5C}" destId="{DE444E22-1879-4A8D-AC53-94CABBFE75B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3CC9FA8-D28B-429C-A5B2-83C0B154D59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F2927E2F-925B-486F-82F2-2E2A3C1DE08C}">
      <dgm:prSet/>
      <dgm:spPr/>
      <dgm:t>
        <a:bodyPr/>
        <a:lstStyle/>
        <a:p>
          <a:r>
            <a:rPr lang="it-IT" b="0" dirty="0"/>
            <a:t>Dinamica nelle condizioni di contorno aperto (o libero):</a:t>
          </a:r>
        </a:p>
      </dgm:t>
    </dgm:pt>
    <dgm:pt modelId="{426B71F5-6090-404E-88CC-32035B30F3DD}" type="parTrans" cxnId="{FA2BC6F3-6407-4C02-89E9-D454F92B0DA2}">
      <dgm:prSet/>
      <dgm:spPr/>
      <dgm:t>
        <a:bodyPr/>
        <a:lstStyle/>
        <a:p>
          <a:endParaRPr lang="it-IT"/>
        </a:p>
      </dgm:t>
    </dgm:pt>
    <dgm:pt modelId="{EAE1DC69-64FE-41E6-9D6A-C8BE7890F98D}" type="sibTrans" cxnId="{FA2BC6F3-6407-4C02-89E9-D454F92B0DA2}">
      <dgm:prSet/>
      <dgm:spPr/>
      <dgm:t>
        <a:bodyPr/>
        <a:lstStyle/>
        <a:p>
          <a:endParaRPr lang="it-IT"/>
        </a:p>
      </dgm:t>
    </dgm:pt>
    <dgm:pt modelId="{57AE88D7-9213-4CC6-BBB5-C17AEE324D11}">
      <dgm:prSet custT="1"/>
      <dgm:spPr/>
      <dgm:t>
        <a:bodyPr/>
        <a:lstStyle/>
        <a:p>
          <a:r>
            <a:rPr lang="it-IT" sz="700" b="1" kern="1200" dirty="0"/>
            <a:t>Fase di </a:t>
          </a:r>
          <a:r>
            <a:rPr lang="it-IT" sz="700" b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iniezione</a:t>
          </a:r>
        </a:p>
      </dgm:t>
    </dgm:pt>
    <dgm:pt modelId="{B92475E4-D1F0-4CA9-B8B3-9539D8510763}" type="parTrans" cxnId="{84C3A067-D406-434B-9C93-861D55743CB4}">
      <dgm:prSet/>
      <dgm:spPr/>
      <dgm:t>
        <a:bodyPr/>
        <a:lstStyle/>
        <a:p>
          <a:endParaRPr lang="it-IT"/>
        </a:p>
      </dgm:t>
    </dgm:pt>
    <dgm:pt modelId="{C40DB95F-17AC-420F-849D-5225DCFBC976}" type="sibTrans" cxnId="{84C3A067-D406-434B-9C93-861D55743CB4}">
      <dgm:prSet/>
      <dgm:spPr/>
      <dgm:t>
        <a:bodyPr/>
        <a:lstStyle/>
        <a:p>
          <a:endParaRPr lang="it-IT"/>
        </a:p>
      </dgm:t>
    </dgm:pt>
    <dgm:pt modelId="{9779E069-1F33-4237-866A-F1C1EC4D0F18}">
      <dgm:prSet custT="1"/>
      <dgm:spPr/>
      <dgm:t>
        <a:bodyPr/>
        <a:lstStyle/>
        <a:p>
          <a:r>
            <a:rPr lang="it-IT" sz="700" b="1" dirty="0"/>
            <a:t>Fase di espulsione</a:t>
          </a:r>
          <a:endParaRPr lang="it-IT" sz="700" dirty="0"/>
        </a:p>
      </dgm:t>
    </dgm:pt>
    <dgm:pt modelId="{9F4FC351-5036-4963-B620-3FC2705EA6BD}" type="parTrans" cxnId="{E0A576D5-11BC-453D-A05D-9613C0844436}">
      <dgm:prSet/>
      <dgm:spPr/>
      <dgm:t>
        <a:bodyPr/>
        <a:lstStyle/>
        <a:p>
          <a:endParaRPr lang="it-IT"/>
        </a:p>
      </dgm:t>
    </dgm:pt>
    <dgm:pt modelId="{39990716-A86C-4C89-AE00-AB3E14775431}" type="sibTrans" cxnId="{E0A576D5-11BC-453D-A05D-9613C0844436}">
      <dgm:prSet/>
      <dgm:spPr/>
      <dgm:t>
        <a:bodyPr/>
        <a:lstStyle/>
        <a:p>
          <a:endParaRPr lang="it-IT"/>
        </a:p>
      </dgm:t>
    </dgm:pt>
    <dgm:pt modelId="{56D601E5-9961-4DA3-8952-BA3FF9FD4693}">
      <dgm:prSet custT="1"/>
      <dgm:spPr/>
      <dgm:t>
        <a:bodyPr/>
        <a:lstStyle/>
        <a:p>
          <a:r>
            <a:rPr lang="it-IT" sz="700" b="1" dirty="0"/>
            <a:t>Fase centrale </a:t>
          </a:r>
          <a:r>
            <a:rPr lang="it-IT" sz="700" b="0" dirty="0"/>
            <a:t>(invariata)</a:t>
          </a:r>
        </a:p>
      </dgm:t>
    </dgm:pt>
    <dgm:pt modelId="{919486D8-A2AA-4C40-9991-C55580AE890B}" type="parTrans" cxnId="{1C5EEF13-9B2E-4033-BAF8-83FB751D2A3F}">
      <dgm:prSet/>
      <dgm:spPr/>
      <dgm:t>
        <a:bodyPr/>
        <a:lstStyle/>
        <a:p>
          <a:endParaRPr lang="it-IT"/>
        </a:p>
      </dgm:t>
    </dgm:pt>
    <dgm:pt modelId="{8A326B5D-2CF5-4CE1-978A-27A5E92628B7}" type="sibTrans" cxnId="{1C5EEF13-9B2E-4033-BAF8-83FB751D2A3F}">
      <dgm:prSet/>
      <dgm:spPr/>
      <dgm:t>
        <a:bodyPr/>
        <a:lstStyle/>
        <a:p>
          <a:endParaRPr lang="it-IT"/>
        </a:p>
      </dgm:t>
    </dgm:pt>
    <dgm:pt modelId="{6816499E-0C4E-4587-8109-2588DC92D4D5}" type="pres">
      <dgm:prSet presAssocID="{F3CC9FA8-D28B-429C-A5B2-83C0B154D5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6F49687-CA70-431D-AC28-C36383FEFB5C}" type="pres">
      <dgm:prSet presAssocID="{F2927E2F-925B-486F-82F2-2E2A3C1DE08C}" presName="hierRoot1" presStyleCnt="0">
        <dgm:presLayoutVars>
          <dgm:hierBranch val="init"/>
        </dgm:presLayoutVars>
      </dgm:prSet>
      <dgm:spPr/>
    </dgm:pt>
    <dgm:pt modelId="{69E30224-F3B8-43C1-A794-AB3466EE644E}" type="pres">
      <dgm:prSet presAssocID="{F2927E2F-925B-486F-82F2-2E2A3C1DE08C}" presName="rootComposite1" presStyleCnt="0"/>
      <dgm:spPr/>
    </dgm:pt>
    <dgm:pt modelId="{47DE81F0-FFEA-491E-B298-B12DA5351A70}" type="pres">
      <dgm:prSet presAssocID="{F2927E2F-925B-486F-82F2-2E2A3C1DE08C}" presName="rootText1" presStyleLbl="node0" presStyleIdx="0" presStyleCnt="1" custScaleX="127048">
        <dgm:presLayoutVars>
          <dgm:chPref val="3"/>
        </dgm:presLayoutVars>
      </dgm:prSet>
      <dgm:spPr/>
    </dgm:pt>
    <dgm:pt modelId="{BA9A23EA-37CA-4556-8B04-3AF36D3E0641}" type="pres">
      <dgm:prSet presAssocID="{F2927E2F-925B-486F-82F2-2E2A3C1DE08C}" presName="rootConnector1" presStyleLbl="node1" presStyleIdx="0" presStyleCnt="0"/>
      <dgm:spPr/>
    </dgm:pt>
    <dgm:pt modelId="{E2D1E5DA-91ED-4B80-ACF2-9AD9A5A6E930}" type="pres">
      <dgm:prSet presAssocID="{F2927E2F-925B-486F-82F2-2E2A3C1DE08C}" presName="hierChild2" presStyleCnt="0"/>
      <dgm:spPr/>
    </dgm:pt>
    <dgm:pt modelId="{59C50FD6-C17B-4C74-A9ED-C127BC385DDB}" type="pres">
      <dgm:prSet presAssocID="{B92475E4-D1F0-4CA9-B8B3-9539D8510763}" presName="Name37" presStyleLbl="parChTrans1D2" presStyleIdx="0" presStyleCnt="3"/>
      <dgm:spPr/>
    </dgm:pt>
    <dgm:pt modelId="{E6FFE586-3548-4621-9947-A06A11971C45}" type="pres">
      <dgm:prSet presAssocID="{57AE88D7-9213-4CC6-BBB5-C17AEE324D11}" presName="hierRoot2" presStyleCnt="0">
        <dgm:presLayoutVars>
          <dgm:hierBranch val="init"/>
        </dgm:presLayoutVars>
      </dgm:prSet>
      <dgm:spPr/>
    </dgm:pt>
    <dgm:pt modelId="{A91FF4EF-1F7D-4476-8124-C54CC0A63470}" type="pres">
      <dgm:prSet presAssocID="{57AE88D7-9213-4CC6-BBB5-C17AEE324D11}" presName="rootComposite" presStyleCnt="0"/>
      <dgm:spPr/>
    </dgm:pt>
    <dgm:pt modelId="{74A24A63-9FBC-4C7D-A04D-4EE3D4132697}" type="pres">
      <dgm:prSet presAssocID="{57AE88D7-9213-4CC6-BBB5-C17AEE324D11}" presName="rootText" presStyleLbl="node2" presStyleIdx="0" presStyleCnt="3" custLinFactNeighborX="-44986" custLinFactNeighborY="5016">
        <dgm:presLayoutVars>
          <dgm:chPref val="3"/>
        </dgm:presLayoutVars>
      </dgm:prSet>
      <dgm:spPr/>
    </dgm:pt>
    <dgm:pt modelId="{4E7CAE37-7E3A-41AF-971B-22F7D3CA72EE}" type="pres">
      <dgm:prSet presAssocID="{57AE88D7-9213-4CC6-BBB5-C17AEE324D11}" presName="rootConnector" presStyleLbl="node2" presStyleIdx="0" presStyleCnt="3"/>
      <dgm:spPr/>
    </dgm:pt>
    <dgm:pt modelId="{A1C66CF2-C053-4D10-8652-4166A2685473}" type="pres">
      <dgm:prSet presAssocID="{57AE88D7-9213-4CC6-BBB5-C17AEE324D11}" presName="hierChild4" presStyleCnt="0"/>
      <dgm:spPr/>
    </dgm:pt>
    <dgm:pt modelId="{34A05FBE-A7CF-4172-BEC4-710055334DAE}" type="pres">
      <dgm:prSet presAssocID="{57AE88D7-9213-4CC6-BBB5-C17AEE324D11}" presName="hierChild5" presStyleCnt="0"/>
      <dgm:spPr/>
    </dgm:pt>
    <dgm:pt modelId="{13A66756-E3B0-4E06-8301-42D8F215B947}" type="pres">
      <dgm:prSet presAssocID="{919486D8-A2AA-4C40-9991-C55580AE890B}" presName="Name37" presStyleLbl="parChTrans1D2" presStyleIdx="1" presStyleCnt="3"/>
      <dgm:spPr/>
    </dgm:pt>
    <dgm:pt modelId="{51FF8A74-766E-4FA9-AB25-5727E6DE1A85}" type="pres">
      <dgm:prSet presAssocID="{56D601E5-9961-4DA3-8952-BA3FF9FD4693}" presName="hierRoot2" presStyleCnt="0">
        <dgm:presLayoutVars>
          <dgm:hierBranch val="init"/>
        </dgm:presLayoutVars>
      </dgm:prSet>
      <dgm:spPr/>
    </dgm:pt>
    <dgm:pt modelId="{68BECFC9-324D-40F6-96FB-6FED92F5D9B3}" type="pres">
      <dgm:prSet presAssocID="{56D601E5-9961-4DA3-8952-BA3FF9FD4693}" presName="rootComposite" presStyleCnt="0"/>
      <dgm:spPr/>
    </dgm:pt>
    <dgm:pt modelId="{5A99163F-C52D-4A9D-B1EE-7A38BF23C135}" type="pres">
      <dgm:prSet presAssocID="{56D601E5-9961-4DA3-8952-BA3FF9FD4693}" presName="rootText" presStyleLbl="node2" presStyleIdx="1" presStyleCnt="3" custLinFactNeighborX="45">
        <dgm:presLayoutVars>
          <dgm:chPref val="3"/>
        </dgm:presLayoutVars>
      </dgm:prSet>
      <dgm:spPr/>
    </dgm:pt>
    <dgm:pt modelId="{4DBD80B9-D5D9-4B57-8C10-A9EB52D738E1}" type="pres">
      <dgm:prSet presAssocID="{56D601E5-9961-4DA3-8952-BA3FF9FD4693}" presName="rootConnector" presStyleLbl="node2" presStyleIdx="1" presStyleCnt="3"/>
      <dgm:spPr/>
    </dgm:pt>
    <dgm:pt modelId="{1167F187-9392-4EBC-9556-EE6779749A4C}" type="pres">
      <dgm:prSet presAssocID="{56D601E5-9961-4DA3-8952-BA3FF9FD4693}" presName="hierChild4" presStyleCnt="0"/>
      <dgm:spPr/>
    </dgm:pt>
    <dgm:pt modelId="{79F087EC-04FC-4C46-BD00-B7CA2ABA9940}" type="pres">
      <dgm:prSet presAssocID="{56D601E5-9961-4DA3-8952-BA3FF9FD4693}" presName="hierChild5" presStyleCnt="0"/>
      <dgm:spPr/>
    </dgm:pt>
    <dgm:pt modelId="{CFC3B142-F78B-4062-956B-B80BD6EE97D3}" type="pres">
      <dgm:prSet presAssocID="{9F4FC351-5036-4963-B620-3FC2705EA6BD}" presName="Name37" presStyleLbl="parChTrans1D2" presStyleIdx="2" presStyleCnt="3"/>
      <dgm:spPr/>
    </dgm:pt>
    <dgm:pt modelId="{C77F41B7-D122-47F6-B7C9-D081F9C6C024}" type="pres">
      <dgm:prSet presAssocID="{9779E069-1F33-4237-866A-F1C1EC4D0F18}" presName="hierRoot2" presStyleCnt="0">
        <dgm:presLayoutVars>
          <dgm:hierBranch val="init"/>
        </dgm:presLayoutVars>
      </dgm:prSet>
      <dgm:spPr/>
    </dgm:pt>
    <dgm:pt modelId="{EFDC4A58-074C-4CA6-B509-24F0BA162E3C}" type="pres">
      <dgm:prSet presAssocID="{9779E069-1F33-4237-866A-F1C1EC4D0F18}" presName="rootComposite" presStyleCnt="0"/>
      <dgm:spPr/>
    </dgm:pt>
    <dgm:pt modelId="{6FB64DE8-9348-4AA5-AB43-A7FD6EC61168}" type="pres">
      <dgm:prSet presAssocID="{9779E069-1F33-4237-866A-F1C1EC4D0F18}" presName="rootText" presStyleLbl="node2" presStyleIdx="2" presStyleCnt="3" custLinFactNeighborX="50667" custLinFactNeighborY="2">
        <dgm:presLayoutVars>
          <dgm:chPref val="3"/>
        </dgm:presLayoutVars>
      </dgm:prSet>
      <dgm:spPr/>
    </dgm:pt>
    <dgm:pt modelId="{6C3C30E3-0601-454D-87B1-1A1DD4A26B57}" type="pres">
      <dgm:prSet presAssocID="{9779E069-1F33-4237-866A-F1C1EC4D0F18}" presName="rootConnector" presStyleLbl="node2" presStyleIdx="2" presStyleCnt="3"/>
      <dgm:spPr/>
    </dgm:pt>
    <dgm:pt modelId="{4ACA74D2-4628-4866-B283-4BFABAF6B561}" type="pres">
      <dgm:prSet presAssocID="{9779E069-1F33-4237-866A-F1C1EC4D0F18}" presName="hierChild4" presStyleCnt="0"/>
      <dgm:spPr/>
    </dgm:pt>
    <dgm:pt modelId="{6FBC6CAF-B78F-4A8A-B272-25998D7C396C}" type="pres">
      <dgm:prSet presAssocID="{9779E069-1F33-4237-866A-F1C1EC4D0F18}" presName="hierChild5" presStyleCnt="0"/>
      <dgm:spPr/>
    </dgm:pt>
    <dgm:pt modelId="{DE444E22-1879-4A8D-AC53-94CABBFE75BA}" type="pres">
      <dgm:prSet presAssocID="{F2927E2F-925B-486F-82F2-2E2A3C1DE08C}" presName="hierChild3" presStyleCnt="0"/>
      <dgm:spPr/>
    </dgm:pt>
  </dgm:ptLst>
  <dgm:cxnLst>
    <dgm:cxn modelId="{93C12008-33AA-4D97-97D7-3CF27C6E5C09}" type="presOf" srcId="{F2927E2F-925B-486F-82F2-2E2A3C1DE08C}" destId="{47DE81F0-FFEA-491E-B298-B12DA5351A70}" srcOrd="0" destOrd="0" presId="urn:microsoft.com/office/officeart/2005/8/layout/orgChart1"/>
    <dgm:cxn modelId="{1C5EEF13-9B2E-4033-BAF8-83FB751D2A3F}" srcId="{F2927E2F-925B-486F-82F2-2E2A3C1DE08C}" destId="{56D601E5-9961-4DA3-8952-BA3FF9FD4693}" srcOrd="1" destOrd="0" parTransId="{919486D8-A2AA-4C40-9991-C55580AE890B}" sibTransId="{8A326B5D-2CF5-4CE1-978A-27A5E92628B7}"/>
    <dgm:cxn modelId="{31644915-0569-4140-98B6-DBFEDFDB66E2}" type="presOf" srcId="{57AE88D7-9213-4CC6-BBB5-C17AEE324D11}" destId="{4E7CAE37-7E3A-41AF-971B-22F7D3CA72EE}" srcOrd="1" destOrd="0" presId="urn:microsoft.com/office/officeart/2005/8/layout/orgChart1"/>
    <dgm:cxn modelId="{C051BC18-1088-4A1D-96A1-E3DDDB1B1FF8}" type="presOf" srcId="{F2927E2F-925B-486F-82F2-2E2A3C1DE08C}" destId="{BA9A23EA-37CA-4556-8B04-3AF36D3E0641}" srcOrd="1" destOrd="0" presId="urn:microsoft.com/office/officeart/2005/8/layout/orgChart1"/>
    <dgm:cxn modelId="{56403319-A828-466F-810D-72A0B89499CE}" type="presOf" srcId="{919486D8-A2AA-4C40-9991-C55580AE890B}" destId="{13A66756-E3B0-4E06-8301-42D8F215B947}" srcOrd="0" destOrd="0" presId="urn:microsoft.com/office/officeart/2005/8/layout/orgChart1"/>
    <dgm:cxn modelId="{8E142E28-1E29-43A1-A165-35A162A9D8BC}" type="presOf" srcId="{56D601E5-9961-4DA3-8952-BA3FF9FD4693}" destId="{4DBD80B9-D5D9-4B57-8C10-A9EB52D738E1}" srcOrd="1" destOrd="0" presId="urn:microsoft.com/office/officeart/2005/8/layout/orgChart1"/>
    <dgm:cxn modelId="{97760536-B016-40ED-884E-4702DBA99EAD}" type="presOf" srcId="{57AE88D7-9213-4CC6-BBB5-C17AEE324D11}" destId="{74A24A63-9FBC-4C7D-A04D-4EE3D4132697}" srcOrd="0" destOrd="0" presId="urn:microsoft.com/office/officeart/2005/8/layout/orgChart1"/>
    <dgm:cxn modelId="{FEA4965C-AE89-4469-9AB1-3519DF4F464D}" type="presOf" srcId="{9F4FC351-5036-4963-B620-3FC2705EA6BD}" destId="{CFC3B142-F78B-4062-956B-B80BD6EE97D3}" srcOrd="0" destOrd="0" presId="urn:microsoft.com/office/officeart/2005/8/layout/orgChart1"/>
    <dgm:cxn modelId="{84C3A067-D406-434B-9C93-861D55743CB4}" srcId="{F2927E2F-925B-486F-82F2-2E2A3C1DE08C}" destId="{57AE88D7-9213-4CC6-BBB5-C17AEE324D11}" srcOrd="0" destOrd="0" parTransId="{B92475E4-D1F0-4CA9-B8B3-9539D8510763}" sibTransId="{C40DB95F-17AC-420F-849D-5225DCFBC976}"/>
    <dgm:cxn modelId="{109D6494-1BE4-405B-91A7-F41AF1C90736}" type="presOf" srcId="{9779E069-1F33-4237-866A-F1C1EC4D0F18}" destId="{6C3C30E3-0601-454D-87B1-1A1DD4A26B57}" srcOrd="1" destOrd="0" presId="urn:microsoft.com/office/officeart/2005/8/layout/orgChart1"/>
    <dgm:cxn modelId="{43BDACB8-CB1C-4D8D-94B7-400C7B1E91B9}" type="presOf" srcId="{B92475E4-D1F0-4CA9-B8B3-9539D8510763}" destId="{59C50FD6-C17B-4C74-A9ED-C127BC385DDB}" srcOrd="0" destOrd="0" presId="urn:microsoft.com/office/officeart/2005/8/layout/orgChart1"/>
    <dgm:cxn modelId="{3E5065BF-6496-433E-8F1E-161A77FC1222}" type="presOf" srcId="{56D601E5-9961-4DA3-8952-BA3FF9FD4693}" destId="{5A99163F-C52D-4A9D-B1EE-7A38BF23C135}" srcOrd="0" destOrd="0" presId="urn:microsoft.com/office/officeart/2005/8/layout/orgChart1"/>
    <dgm:cxn modelId="{E0A576D5-11BC-453D-A05D-9613C0844436}" srcId="{F2927E2F-925B-486F-82F2-2E2A3C1DE08C}" destId="{9779E069-1F33-4237-866A-F1C1EC4D0F18}" srcOrd="2" destOrd="0" parTransId="{9F4FC351-5036-4963-B620-3FC2705EA6BD}" sibTransId="{39990716-A86C-4C89-AE00-AB3E14775431}"/>
    <dgm:cxn modelId="{ACC4ECD9-7FDD-4F19-8266-883CCE23F773}" type="presOf" srcId="{9779E069-1F33-4237-866A-F1C1EC4D0F18}" destId="{6FB64DE8-9348-4AA5-AB43-A7FD6EC61168}" srcOrd="0" destOrd="0" presId="urn:microsoft.com/office/officeart/2005/8/layout/orgChart1"/>
    <dgm:cxn modelId="{FA2BC6F3-6407-4C02-89E9-D454F92B0DA2}" srcId="{F3CC9FA8-D28B-429C-A5B2-83C0B154D591}" destId="{F2927E2F-925B-486F-82F2-2E2A3C1DE08C}" srcOrd="0" destOrd="0" parTransId="{426B71F5-6090-404E-88CC-32035B30F3DD}" sibTransId="{EAE1DC69-64FE-41E6-9D6A-C8BE7890F98D}"/>
    <dgm:cxn modelId="{E89928FD-70A9-48D1-BCA1-9FEF2A10A277}" type="presOf" srcId="{F3CC9FA8-D28B-429C-A5B2-83C0B154D591}" destId="{6816499E-0C4E-4587-8109-2588DC92D4D5}" srcOrd="0" destOrd="0" presId="urn:microsoft.com/office/officeart/2005/8/layout/orgChart1"/>
    <dgm:cxn modelId="{5FF3C27D-F405-4D39-8F00-5D3FC3225F26}" type="presParOf" srcId="{6816499E-0C4E-4587-8109-2588DC92D4D5}" destId="{86F49687-CA70-431D-AC28-C36383FEFB5C}" srcOrd="0" destOrd="0" presId="urn:microsoft.com/office/officeart/2005/8/layout/orgChart1"/>
    <dgm:cxn modelId="{DE9CD388-F74E-4D82-876D-F645BCCC993C}" type="presParOf" srcId="{86F49687-CA70-431D-AC28-C36383FEFB5C}" destId="{69E30224-F3B8-43C1-A794-AB3466EE644E}" srcOrd="0" destOrd="0" presId="urn:microsoft.com/office/officeart/2005/8/layout/orgChart1"/>
    <dgm:cxn modelId="{0A32EEC2-E4BC-4C76-836E-A291EC00E405}" type="presParOf" srcId="{69E30224-F3B8-43C1-A794-AB3466EE644E}" destId="{47DE81F0-FFEA-491E-B298-B12DA5351A70}" srcOrd="0" destOrd="0" presId="urn:microsoft.com/office/officeart/2005/8/layout/orgChart1"/>
    <dgm:cxn modelId="{CBDC4602-A33A-4872-B745-F5A61C6A4488}" type="presParOf" srcId="{69E30224-F3B8-43C1-A794-AB3466EE644E}" destId="{BA9A23EA-37CA-4556-8B04-3AF36D3E0641}" srcOrd="1" destOrd="0" presId="urn:microsoft.com/office/officeart/2005/8/layout/orgChart1"/>
    <dgm:cxn modelId="{A5477566-DC00-46C1-806E-EAE2D3579517}" type="presParOf" srcId="{86F49687-CA70-431D-AC28-C36383FEFB5C}" destId="{E2D1E5DA-91ED-4B80-ACF2-9AD9A5A6E930}" srcOrd="1" destOrd="0" presId="urn:microsoft.com/office/officeart/2005/8/layout/orgChart1"/>
    <dgm:cxn modelId="{78801EC0-244A-4294-9956-6B15BFB7BE09}" type="presParOf" srcId="{E2D1E5DA-91ED-4B80-ACF2-9AD9A5A6E930}" destId="{59C50FD6-C17B-4C74-A9ED-C127BC385DDB}" srcOrd="0" destOrd="0" presId="urn:microsoft.com/office/officeart/2005/8/layout/orgChart1"/>
    <dgm:cxn modelId="{0D5648B1-F761-4426-AFE4-A415C78F043F}" type="presParOf" srcId="{E2D1E5DA-91ED-4B80-ACF2-9AD9A5A6E930}" destId="{E6FFE586-3548-4621-9947-A06A11971C45}" srcOrd="1" destOrd="0" presId="urn:microsoft.com/office/officeart/2005/8/layout/orgChart1"/>
    <dgm:cxn modelId="{A5BB7F51-1840-48FA-9F60-48776EED959A}" type="presParOf" srcId="{E6FFE586-3548-4621-9947-A06A11971C45}" destId="{A91FF4EF-1F7D-4476-8124-C54CC0A63470}" srcOrd="0" destOrd="0" presId="urn:microsoft.com/office/officeart/2005/8/layout/orgChart1"/>
    <dgm:cxn modelId="{7C2A75B6-4D30-42F3-A1A5-8DA01B0A9486}" type="presParOf" srcId="{A91FF4EF-1F7D-4476-8124-C54CC0A63470}" destId="{74A24A63-9FBC-4C7D-A04D-4EE3D4132697}" srcOrd="0" destOrd="0" presId="urn:microsoft.com/office/officeart/2005/8/layout/orgChart1"/>
    <dgm:cxn modelId="{D5B3074A-2615-45DD-A4B3-BD11340C37ED}" type="presParOf" srcId="{A91FF4EF-1F7D-4476-8124-C54CC0A63470}" destId="{4E7CAE37-7E3A-41AF-971B-22F7D3CA72EE}" srcOrd="1" destOrd="0" presId="urn:microsoft.com/office/officeart/2005/8/layout/orgChart1"/>
    <dgm:cxn modelId="{52880115-0FF8-4521-BE3E-DD83804C3C28}" type="presParOf" srcId="{E6FFE586-3548-4621-9947-A06A11971C45}" destId="{A1C66CF2-C053-4D10-8652-4166A2685473}" srcOrd="1" destOrd="0" presId="urn:microsoft.com/office/officeart/2005/8/layout/orgChart1"/>
    <dgm:cxn modelId="{3D908007-4DF4-450C-96D4-014689336536}" type="presParOf" srcId="{E6FFE586-3548-4621-9947-A06A11971C45}" destId="{34A05FBE-A7CF-4172-BEC4-710055334DAE}" srcOrd="2" destOrd="0" presId="urn:microsoft.com/office/officeart/2005/8/layout/orgChart1"/>
    <dgm:cxn modelId="{5BB93DA1-8743-4CE1-880F-4F27BD43864F}" type="presParOf" srcId="{E2D1E5DA-91ED-4B80-ACF2-9AD9A5A6E930}" destId="{13A66756-E3B0-4E06-8301-42D8F215B947}" srcOrd="2" destOrd="0" presId="urn:microsoft.com/office/officeart/2005/8/layout/orgChart1"/>
    <dgm:cxn modelId="{64470137-985C-4B5F-B415-11A799E47C3F}" type="presParOf" srcId="{E2D1E5DA-91ED-4B80-ACF2-9AD9A5A6E930}" destId="{51FF8A74-766E-4FA9-AB25-5727E6DE1A85}" srcOrd="3" destOrd="0" presId="urn:microsoft.com/office/officeart/2005/8/layout/orgChart1"/>
    <dgm:cxn modelId="{DBE5CED7-AC8D-44D2-87A5-1C3F44CCED8B}" type="presParOf" srcId="{51FF8A74-766E-4FA9-AB25-5727E6DE1A85}" destId="{68BECFC9-324D-40F6-96FB-6FED92F5D9B3}" srcOrd="0" destOrd="0" presId="urn:microsoft.com/office/officeart/2005/8/layout/orgChart1"/>
    <dgm:cxn modelId="{5FBE6DDB-6EE7-4A6E-B901-880B774FBD71}" type="presParOf" srcId="{68BECFC9-324D-40F6-96FB-6FED92F5D9B3}" destId="{5A99163F-C52D-4A9D-B1EE-7A38BF23C135}" srcOrd="0" destOrd="0" presId="urn:microsoft.com/office/officeart/2005/8/layout/orgChart1"/>
    <dgm:cxn modelId="{77A47E94-0121-4724-9A4F-FB618EC35C2E}" type="presParOf" srcId="{68BECFC9-324D-40F6-96FB-6FED92F5D9B3}" destId="{4DBD80B9-D5D9-4B57-8C10-A9EB52D738E1}" srcOrd="1" destOrd="0" presId="urn:microsoft.com/office/officeart/2005/8/layout/orgChart1"/>
    <dgm:cxn modelId="{43F54D8D-1205-4295-B09E-55405628D0FE}" type="presParOf" srcId="{51FF8A74-766E-4FA9-AB25-5727E6DE1A85}" destId="{1167F187-9392-4EBC-9556-EE6779749A4C}" srcOrd="1" destOrd="0" presId="urn:microsoft.com/office/officeart/2005/8/layout/orgChart1"/>
    <dgm:cxn modelId="{8088E13F-76C2-49AE-AB36-C78F25217ADE}" type="presParOf" srcId="{51FF8A74-766E-4FA9-AB25-5727E6DE1A85}" destId="{79F087EC-04FC-4C46-BD00-B7CA2ABA9940}" srcOrd="2" destOrd="0" presId="urn:microsoft.com/office/officeart/2005/8/layout/orgChart1"/>
    <dgm:cxn modelId="{15457921-4A95-4603-9A02-26D04D78B9F1}" type="presParOf" srcId="{E2D1E5DA-91ED-4B80-ACF2-9AD9A5A6E930}" destId="{CFC3B142-F78B-4062-956B-B80BD6EE97D3}" srcOrd="4" destOrd="0" presId="urn:microsoft.com/office/officeart/2005/8/layout/orgChart1"/>
    <dgm:cxn modelId="{76F5F142-EC10-4736-B4D7-57ED10371552}" type="presParOf" srcId="{E2D1E5DA-91ED-4B80-ACF2-9AD9A5A6E930}" destId="{C77F41B7-D122-47F6-B7C9-D081F9C6C024}" srcOrd="5" destOrd="0" presId="urn:microsoft.com/office/officeart/2005/8/layout/orgChart1"/>
    <dgm:cxn modelId="{B2404F3F-57AC-48CB-A736-690DF2FF1334}" type="presParOf" srcId="{C77F41B7-D122-47F6-B7C9-D081F9C6C024}" destId="{EFDC4A58-074C-4CA6-B509-24F0BA162E3C}" srcOrd="0" destOrd="0" presId="urn:microsoft.com/office/officeart/2005/8/layout/orgChart1"/>
    <dgm:cxn modelId="{9DC57C98-D4B3-44C6-AAE3-822B73FA3784}" type="presParOf" srcId="{EFDC4A58-074C-4CA6-B509-24F0BA162E3C}" destId="{6FB64DE8-9348-4AA5-AB43-A7FD6EC61168}" srcOrd="0" destOrd="0" presId="urn:microsoft.com/office/officeart/2005/8/layout/orgChart1"/>
    <dgm:cxn modelId="{A935DAD1-23CA-45D0-B303-653864A8F472}" type="presParOf" srcId="{EFDC4A58-074C-4CA6-B509-24F0BA162E3C}" destId="{6C3C30E3-0601-454D-87B1-1A1DD4A26B57}" srcOrd="1" destOrd="0" presId="urn:microsoft.com/office/officeart/2005/8/layout/orgChart1"/>
    <dgm:cxn modelId="{C4CE11BA-9681-4265-83CE-AE626A73F87E}" type="presParOf" srcId="{C77F41B7-D122-47F6-B7C9-D081F9C6C024}" destId="{4ACA74D2-4628-4866-B283-4BFABAF6B561}" srcOrd="1" destOrd="0" presId="urn:microsoft.com/office/officeart/2005/8/layout/orgChart1"/>
    <dgm:cxn modelId="{2CD65D68-9572-4013-BB80-735B4AF6355B}" type="presParOf" srcId="{C77F41B7-D122-47F6-B7C9-D081F9C6C024}" destId="{6FBC6CAF-B78F-4A8A-B272-25998D7C396C}" srcOrd="2" destOrd="0" presId="urn:microsoft.com/office/officeart/2005/8/layout/orgChart1"/>
    <dgm:cxn modelId="{1AC9F736-548A-4B85-B91D-FA34905DB569}" type="presParOf" srcId="{86F49687-CA70-431D-AC28-C36383FEFB5C}" destId="{DE444E22-1879-4A8D-AC53-94CABBFE75B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091DB6-C5EC-47E1-AFBE-0B217C5584E9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FE72CCBC-19CB-4CC6-B9FA-29FE48CA8990}">
      <dgm:prSet phldrT="[Text]" custT="1"/>
      <dgm:spPr>
        <a:ln w="38100">
          <a:solidFill>
            <a:schemeClr val="accent1">
              <a:lumMod val="75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 tIns="324000" anchor="t" anchorCtr="0"/>
        <a:lstStyle/>
        <a:p>
          <a:pPr algn="ctr"/>
          <a:r>
            <a:rPr lang="it-IT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a bassa densità </a:t>
          </a:r>
        </a:p>
      </dgm:t>
    </dgm:pt>
    <dgm:pt modelId="{86459854-500B-40F4-995D-CD4045B2C81A}" type="parTrans" cxnId="{6AB8EB12-0497-4A42-ADFD-427657D3EFB4}">
      <dgm:prSet/>
      <dgm:spPr/>
      <dgm:t>
        <a:bodyPr/>
        <a:lstStyle/>
        <a:p>
          <a:endParaRPr lang="it-IT"/>
        </a:p>
      </dgm:t>
    </dgm:pt>
    <dgm:pt modelId="{5E896400-2BA1-404A-9697-C8FC96B98FB9}" type="sibTrans" cxnId="{6AB8EB12-0497-4A42-ADFD-427657D3EFB4}">
      <dgm:prSet/>
      <dgm:spPr/>
      <dgm:t>
        <a:bodyPr/>
        <a:lstStyle/>
        <a:p>
          <a:endParaRPr lang="it-IT"/>
        </a:p>
      </dgm:t>
    </dgm:pt>
    <dgm:pt modelId="{53170275-8C8F-4FBF-AB59-11DAE7C7120B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Condizioni necessarie</a:t>
          </a:r>
        </a:p>
      </dgm:t>
    </dgm:pt>
    <dgm:pt modelId="{A704C24A-9BC5-45D1-A120-A7FF72E3B8B4}" type="parTrans" cxnId="{A2B6081E-7BBE-45CE-A265-3DFA3C2B3CE7}">
      <dgm:prSet/>
      <dgm:spPr/>
      <dgm:t>
        <a:bodyPr/>
        <a:lstStyle/>
        <a:p>
          <a:endParaRPr lang="it-IT"/>
        </a:p>
      </dgm:t>
    </dgm:pt>
    <dgm:pt modelId="{EED9E9AB-7795-43F0-94D6-FB8FCB7EA73B}" type="sibTrans" cxnId="{A2B6081E-7BBE-45CE-A265-3DFA3C2B3CE7}">
      <dgm:prSet/>
      <dgm:spPr/>
      <dgm:t>
        <a:bodyPr/>
        <a:lstStyle/>
        <a:p>
          <a:endParaRPr lang="it-IT"/>
        </a:p>
      </dgm:t>
    </dgm:pt>
    <dgm:pt modelId="{806A6343-EBE5-48AA-99AF-DBC90291F149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Soluzioni</a:t>
          </a:r>
        </a:p>
      </dgm:t>
    </dgm:pt>
    <dgm:pt modelId="{D7EEB8B2-50F8-4C4D-9EDE-E047E5AF4474}" type="parTrans" cxnId="{8A1494F1-7C9F-464E-9DE8-725F3BD4610A}">
      <dgm:prSet/>
      <dgm:spPr/>
      <dgm:t>
        <a:bodyPr/>
        <a:lstStyle/>
        <a:p>
          <a:endParaRPr lang="it-IT"/>
        </a:p>
      </dgm:t>
    </dgm:pt>
    <dgm:pt modelId="{E8CB9823-8E88-4A03-86FB-20D015CD7DCA}" type="sibTrans" cxnId="{8A1494F1-7C9F-464E-9DE8-725F3BD4610A}">
      <dgm:prSet/>
      <dgm:spPr/>
      <dgm:t>
        <a:bodyPr/>
        <a:lstStyle/>
        <a:p>
          <a:endParaRPr lang="it-IT"/>
        </a:p>
      </dgm:t>
    </dgm:pt>
    <dgm:pt modelId="{74BC79D3-8823-4D59-8E8E-3968DF019D3A}">
      <dgm:prSet phldrT="[Text]" custT="1"/>
      <dgm:spPr>
        <a:ln w="38100">
          <a:solidFill>
            <a:schemeClr val="accent1">
              <a:lumMod val="75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 tIns="324000" anchor="t" anchorCtr="0"/>
        <a:lstStyle/>
        <a:p>
          <a:r>
            <a: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ad alta densità</a:t>
          </a:r>
          <a:r>
            <a:rPr lang="it-IT" sz="2000" dirty="0"/>
            <a:t> </a:t>
          </a:r>
        </a:p>
      </dgm:t>
    </dgm:pt>
    <dgm:pt modelId="{CEB70A25-0D1B-41D8-940C-102ACB82D0D2}" type="parTrans" cxnId="{63BA11AF-A2A7-4A61-A20C-4566CE0A3720}">
      <dgm:prSet/>
      <dgm:spPr/>
      <dgm:t>
        <a:bodyPr/>
        <a:lstStyle/>
        <a:p>
          <a:endParaRPr lang="it-IT"/>
        </a:p>
      </dgm:t>
    </dgm:pt>
    <dgm:pt modelId="{4D780A16-31AA-4D05-8123-7FC4EC4B7B3C}" type="sibTrans" cxnId="{63BA11AF-A2A7-4A61-A20C-4566CE0A3720}">
      <dgm:prSet/>
      <dgm:spPr/>
      <dgm:t>
        <a:bodyPr/>
        <a:lstStyle/>
        <a:p>
          <a:endParaRPr lang="it-IT"/>
        </a:p>
      </dgm:t>
    </dgm:pt>
    <dgm:pt modelId="{F0566CA6-4611-4D80-9B3D-CB26864F5244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Condizioni necessarie </a:t>
          </a:r>
        </a:p>
      </dgm:t>
    </dgm:pt>
    <dgm:pt modelId="{88BF86F6-0EE1-478B-A48F-2D8A5B110384}" type="parTrans" cxnId="{541B8934-4E32-4A0C-83C5-35B1D3060EC4}">
      <dgm:prSet/>
      <dgm:spPr/>
      <dgm:t>
        <a:bodyPr/>
        <a:lstStyle/>
        <a:p>
          <a:endParaRPr lang="it-IT"/>
        </a:p>
      </dgm:t>
    </dgm:pt>
    <dgm:pt modelId="{A3E560DC-5824-488E-A848-05E315512D23}" type="sibTrans" cxnId="{541B8934-4E32-4A0C-83C5-35B1D3060EC4}">
      <dgm:prSet/>
      <dgm:spPr/>
      <dgm:t>
        <a:bodyPr/>
        <a:lstStyle/>
        <a:p>
          <a:endParaRPr lang="it-IT"/>
        </a:p>
      </dgm:t>
    </dgm:pt>
    <dgm:pt modelId="{95AAAEFC-5B76-454D-83B1-1D3F6AB4920C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Soluzioni</a:t>
          </a:r>
        </a:p>
      </dgm:t>
    </dgm:pt>
    <dgm:pt modelId="{729E1DF1-C283-4277-AC1E-1E2CB4F92BF0}" type="parTrans" cxnId="{615FCF16-49D0-4306-9FB5-3FDDB825EE89}">
      <dgm:prSet/>
      <dgm:spPr/>
      <dgm:t>
        <a:bodyPr/>
        <a:lstStyle/>
        <a:p>
          <a:endParaRPr lang="it-IT"/>
        </a:p>
      </dgm:t>
    </dgm:pt>
    <dgm:pt modelId="{6FDD2CC1-1DC7-478A-A615-FD6428DBEF99}" type="sibTrans" cxnId="{615FCF16-49D0-4306-9FB5-3FDDB825EE89}">
      <dgm:prSet/>
      <dgm:spPr/>
      <dgm:t>
        <a:bodyPr/>
        <a:lstStyle/>
        <a:p>
          <a:endParaRPr lang="it-IT"/>
        </a:p>
      </dgm:t>
    </dgm:pt>
    <dgm:pt modelId="{4B84DE20-DBFE-4765-8D57-327AF330D9FF}">
      <dgm:prSet phldrT="[Text]" custT="1"/>
      <dgm:spPr>
        <a:ln w="38100">
          <a:solidFill>
            <a:schemeClr val="accent1">
              <a:lumMod val="75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 tIns="288000" anchor="t" anchorCtr="0"/>
        <a:lstStyle/>
        <a:p>
          <a:r>
            <a:rPr lang="it-IT" sz="1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di massima corrente</a:t>
          </a:r>
        </a:p>
      </dgm:t>
    </dgm:pt>
    <dgm:pt modelId="{A20DEDA2-2F7D-4464-9A08-FF3FB794DA32}" type="parTrans" cxnId="{D458D97E-DD31-4FC3-8403-5884B164E0FE}">
      <dgm:prSet/>
      <dgm:spPr/>
      <dgm:t>
        <a:bodyPr/>
        <a:lstStyle/>
        <a:p>
          <a:endParaRPr lang="it-IT"/>
        </a:p>
      </dgm:t>
    </dgm:pt>
    <dgm:pt modelId="{A8648032-FD1B-4F53-A416-4EE3F088036B}" type="sibTrans" cxnId="{D458D97E-DD31-4FC3-8403-5884B164E0FE}">
      <dgm:prSet/>
      <dgm:spPr/>
      <dgm:t>
        <a:bodyPr/>
        <a:lstStyle/>
        <a:p>
          <a:endParaRPr lang="it-IT"/>
        </a:p>
      </dgm:t>
    </dgm:pt>
    <dgm:pt modelId="{90EDCDDD-3535-41EB-BE40-2E152499B099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I due punti fissi collassano e il reticolo ha la massima corrente permessa </a:t>
          </a:r>
        </a:p>
      </dgm:t>
    </dgm:pt>
    <dgm:pt modelId="{8626FB40-5C43-499E-B94B-3390D8B763DE}" type="parTrans" cxnId="{C63C5615-C1D7-40A3-8329-35A3AB42550C}">
      <dgm:prSet/>
      <dgm:spPr/>
      <dgm:t>
        <a:bodyPr/>
        <a:lstStyle/>
        <a:p>
          <a:endParaRPr lang="it-IT"/>
        </a:p>
      </dgm:t>
    </dgm:pt>
    <dgm:pt modelId="{DDB66012-95C0-41CB-9B05-E92E0DE1A547}" type="sibTrans" cxnId="{C63C5615-C1D7-40A3-8329-35A3AB42550C}">
      <dgm:prSet/>
      <dgm:spPr/>
      <dgm:t>
        <a:bodyPr/>
        <a:lstStyle/>
        <a:p>
          <a:endParaRPr lang="it-IT"/>
        </a:p>
      </dgm:t>
    </dgm:pt>
    <dgm:pt modelId="{2F5DC57C-0B18-489F-AFD5-D114C365420D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Condizioni necessarie</a:t>
          </a:r>
        </a:p>
      </dgm:t>
    </dgm:pt>
    <dgm:pt modelId="{DC7FDAC7-F2A2-49E9-85D7-84EBF743D894}" type="parTrans" cxnId="{969F8E86-A96C-4615-A4FF-18A255F85A34}">
      <dgm:prSet/>
      <dgm:spPr/>
      <dgm:t>
        <a:bodyPr/>
        <a:lstStyle/>
        <a:p>
          <a:endParaRPr lang="it-IT"/>
        </a:p>
      </dgm:t>
    </dgm:pt>
    <dgm:pt modelId="{F5B77D02-776E-4075-A376-8BCBAE4549F1}" type="sibTrans" cxnId="{969F8E86-A96C-4615-A4FF-18A255F85A34}">
      <dgm:prSet/>
      <dgm:spPr/>
      <dgm:t>
        <a:bodyPr/>
        <a:lstStyle/>
        <a:p>
          <a:endParaRPr lang="it-IT"/>
        </a:p>
      </dgm:t>
    </dgm:pt>
    <dgm:pt modelId="{7330FDA2-15EE-49AB-B226-42CF118D6816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7F063E63-3D70-453A-A461-A73C8098D0FC}" type="parTrans" cxnId="{9C2B57BE-5D44-4029-9EF3-C84A5ADBDC56}">
      <dgm:prSet/>
      <dgm:spPr/>
      <dgm:t>
        <a:bodyPr/>
        <a:lstStyle/>
        <a:p>
          <a:endParaRPr lang="it-IT"/>
        </a:p>
      </dgm:t>
    </dgm:pt>
    <dgm:pt modelId="{82A3ED3A-5BC0-430F-B38E-1CE7D572D210}" type="sibTrans" cxnId="{9C2B57BE-5D44-4029-9EF3-C84A5ADBDC56}">
      <dgm:prSet/>
      <dgm:spPr/>
      <dgm:t>
        <a:bodyPr/>
        <a:lstStyle/>
        <a:p>
          <a:endParaRPr lang="it-IT"/>
        </a:p>
      </dgm:t>
    </dgm:pt>
    <dgm:pt modelId="{700CC8C3-9566-4C0A-9F3A-6D536B56A524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270D239E-F4AA-496C-8A95-07F506C67F34}" type="parTrans" cxnId="{180DCFC2-3F1A-4FA6-AC7F-1F6FA5BEE92B}">
      <dgm:prSet/>
      <dgm:spPr/>
      <dgm:t>
        <a:bodyPr/>
        <a:lstStyle/>
        <a:p>
          <a:endParaRPr lang="it-IT"/>
        </a:p>
      </dgm:t>
    </dgm:pt>
    <dgm:pt modelId="{7D3D702E-90EF-48E2-AE6F-016AAED2C003}" type="sibTrans" cxnId="{180DCFC2-3F1A-4FA6-AC7F-1F6FA5BEE92B}">
      <dgm:prSet/>
      <dgm:spPr/>
      <dgm:t>
        <a:bodyPr/>
        <a:lstStyle/>
        <a:p>
          <a:endParaRPr lang="it-IT"/>
        </a:p>
      </dgm:t>
    </dgm:pt>
    <dgm:pt modelId="{194C6C01-45FA-412C-B9AA-7CD2478E88CA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67C02F30-0B9F-474A-88F0-41D3781E2D05}" type="parTrans" cxnId="{2550ADA4-514B-4C68-A9DF-9DD6CE673C8E}">
      <dgm:prSet/>
      <dgm:spPr/>
      <dgm:t>
        <a:bodyPr/>
        <a:lstStyle/>
        <a:p>
          <a:endParaRPr lang="it-IT"/>
        </a:p>
      </dgm:t>
    </dgm:pt>
    <dgm:pt modelId="{79D193A3-1164-448A-A8E3-A8D1201A9937}" type="sibTrans" cxnId="{2550ADA4-514B-4C68-A9DF-9DD6CE673C8E}">
      <dgm:prSet/>
      <dgm:spPr/>
      <dgm:t>
        <a:bodyPr/>
        <a:lstStyle/>
        <a:p>
          <a:endParaRPr lang="it-IT"/>
        </a:p>
      </dgm:t>
    </dgm:pt>
    <dgm:pt modelId="{4D6CB215-C293-45DA-8843-A4A4D8F97AF8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4C06C6F1-590C-425E-9D8E-5172A8A15C5A}" type="parTrans" cxnId="{A74250FA-ED8F-4459-BF49-D0A135D86EC1}">
      <dgm:prSet/>
      <dgm:spPr/>
      <dgm:t>
        <a:bodyPr/>
        <a:lstStyle/>
        <a:p>
          <a:endParaRPr lang="it-IT"/>
        </a:p>
      </dgm:t>
    </dgm:pt>
    <dgm:pt modelId="{F4EC0296-5DB5-41B0-A798-B92330193AEF}" type="sibTrans" cxnId="{A74250FA-ED8F-4459-BF49-D0A135D86EC1}">
      <dgm:prSet/>
      <dgm:spPr/>
      <dgm:t>
        <a:bodyPr/>
        <a:lstStyle/>
        <a:p>
          <a:endParaRPr lang="it-IT"/>
        </a:p>
      </dgm:t>
    </dgm:pt>
    <dgm:pt modelId="{1B4E69D0-4D12-46C3-8BE7-D76CA3FA52DF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it-IT" sz="1500" dirty="0"/>
            <a:t>Soluzioni</a:t>
          </a:r>
        </a:p>
      </dgm:t>
    </dgm:pt>
    <dgm:pt modelId="{971DEAA3-76C3-4762-BBB1-2367AD23F89C}" type="parTrans" cxnId="{028A6297-BA8A-42C8-B5F2-21F0953BA383}">
      <dgm:prSet/>
      <dgm:spPr/>
      <dgm:t>
        <a:bodyPr/>
        <a:lstStyle/>
        <a:p>
          <a:endParaRPr lang="it-IT"/>
        </a:p>
      </dgm:t>
    </dgm:pt>
    <dgm:pt modelId="{7E7B8B78-F0B1-42F0-81C8-D724A8FC0A95}" type="sibTrans" cxnId="{028A6297-BA8A-42C8-B5F2-21F0953BA383}">
      <dgm:prSet/>
      <dgm:spPr/>
      <dgm:t>
        <a:bodyPr/>
        <a:lstStyle/>
        <a:p>
          <a:endParaRPr lang="it-IT"/>
        </a:p>
      </dgm:t>
    </dgm:pt>
    <dgm:pt modelId="{84E44F4F-6D1F-46B3-A2EE-656B493AA8BB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04878750-F35B-40E2-901A-6AB8092E96F6}" type="parTrans" cxnId="{D6D6856E-78CC-4907-865E-1CC63BD58255}">
      <dgm:prSet/>
      <dgm:spPr/>
      <dgm:t>
        <a:bodyPr/>
        <a:lstStyle/>
        <a:p>
          <a:endParaRPr lang="it-IT"/>
        </a:p>
      </dgm:t>
    </dgm:pt>
    <dgm:pt modelId="{1D7F7CEE-3A3E-479D-B2A7-ABDF8F967BEE}" type="sibTrans" cxnId="{D6D6856E-78CC-4907-865E-1CC63BD58255}">
      <dgm:prSet/>
      <dgm:spPr/>
      <dgm:t>
        <a:bodyPr/>
        <a:lstStyle/>
        <a:p>
          <a:endParaRPr lang="it-IT"/>
        </a:p>
      </dgm:t>
    </dgm:pt>
    <dgm:pt modelId="{EFDB058B-AD63-46C2-9914-75186B0FAE03}">
      <dgm:prSet phldrT="[Text]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it-IT" sz="1500" dirty="0"/>
        </a:p>
      </dgm:t>
    </dgm:pt>
    <dgm:pt modelId="{E0297AE9-1A34-4BEB-900C-C4EF33A0EBB1}" type="parTrans" cxnId="{1AFCEC50-0680-454A-97E2-342A477B9D58}">
      <dgm:prSet/>
      <dgm:spPr/>
      <dgm:t>
        <a:bodyPr/>
        <a:lstStyle/>
        <a:p>
          <a:endParaRPr lang="it-IT"/>
        </a:p>
      </dgm:t>
    </dgm:pt>
    <dgm:pt modelId="{511535A4-14A7-4617-9410-A81979CDC382}" type="sibTrans" cxnId="{1AFCEC50-0680-454A-97E2-342A477B9D58}">
      <dgm:prSet/>
      <dgm:spPr/>
      <dgm:t>
        <a:bodyPr/>
        <a:lstStyle/>
        <a:p>
          <a:endParaRPr lang="it-IT"/>
        </a:p>
      </dgm:t>
    </dgm:pt>
    <dgm:pt modelId="{913093B3-95ED-492C-9635-4A5172262675}" type="pres">
      <dgm:prSet presAssocID="{04091DB6-C5EC-47E1-AFBE-0B217C5584E9}" presName="Name0" presStyleCnt="0">
        <dgm:presLayoutVars>
          <dgm:dir/>
          <dgm:animLvl val="lvl"/>
          <dgm:resizeHandles val="exact"/>
        </dgm:presLayoutVars>
      </dgm:prSet>
      <dgm:spPr/>
    </dgm:pt>
    <dgm:pt modelId="{8294E1E2-119B-4896-AA11-24557F161A58}" type="pres">
      <dgm:prSet presAssocID="{FE72CCBC-19CB-4CC6-B9FA-29FE48CA8990}" presName="composite" presStyleCnt="0"/>
      <dgm:spPr/>
    </dgm:pt>
    <dgm:pt modelId="{BFED42C8-CCB0-4413-B0A0-2BD540A5B322}" type="pres">
      <dgm:prSet presAssocID="{FE72CCBC-19CB-4CC6-B9FA-29FE48CA8990}" presName="parTx" presStyleLbl="alignNode1" presStyleIdx="0" presStyleCnt="3" custLinFactNeighborX="-103">
        <dgm:presLayoutVars>
          <dgm:chMax val="0"/>
          <dgm:chPref val="0"/>
          <dgm:bulletEnabled val="1"/>
        </dgm:presLayoutVars>
      </dgm:prSet>
      <dgm:spPr/>
    </dgm:pt>
    <dgm:pt modelId="{7359ABA5-31FF-427F-BEA8-3912C2DFCCF4}" type="pres">
      <dgm:prSet presAssocID="{FE72CCBC-19CB-4CC6-B9FA-29FE48CA8990}" presName="desTx" presStyleLbl="alignAccFollowNode1" presStyleIdx="0" presStyleCnt="3">
        <dgm:presLayoutVars>
          <dgm:bulletEnabled val="1"/>
        </dgm:presLayoutVars>
      </dgm:prSet>
      <dgm:spPr/>
    </dgm:pt>
    <dgm:pt modelId="{97D2A451-9972-4A70-8F62-0A99DFCD6EB7}" type="pres">
      <dgm:prSet presAssocID="{5E896400-2BA1-404A-9697-C8FC96B98FB9}" presName="space" presStyleCnt="0"/>
      <dgm:spPr/>
    </dgm:pt>
    <dgm:pt modelId="{F3EFEAD7-B495-4AD7-AB0F-288669F09DD7}" type="pres">
      <dgm:prSet presAssocID="{74BC79D3-8823-4D59-8E8E-3968DF019D3A}" presName="composite" presStyleCnt="0"/>
      <dgm:spPr/>
    </dgm:pt>
    <dgm:pt modelId="{EDE743A5-2E13-4481-880E-933704DAE2CB}" type="pres">
      <dgm:prSet presAssocID="{74BC79D3-8823-4D59-8E8E-3968DF019D3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EA1018A-C662-4485-9F68-0F8FE49070E5}" type="pres">
      <dgm:prSet presAssocID="{74BC79D3-8823-4D59-8E8E-3968DF019D3A}" presName="desTx" presStyleLbl="alignAccFollowNode1" presStyleIdx="1" presStyleCnt="3">
        <dgm:presLayoutVars>
          <dgm:bulletEnabled val="1"/>
        </dgm:presLayoutVars>
      </dgm:prSet>
      <dgm:spPr/>
    </dgm:pt>
    <dgm:pt modelId="{3CB84000-9451-471E-83A6-A31E9BF12CBB}" type="pres">
      <dgm:prSet presAssocID="{4D780A16-31AA-4D05-8123-7FC4EC4B7B3C}" presName="space" presStyleCnt="0"/>
      <dgm:spPr/>
    </dgm:pt>
    <dgm:pt modelId="{21AF617D-DFA1-4C39-85E8-B93719AD986D}" type="pres">
      <dgm:prSet presAssocID="{4B84DE20-DBFE-4765-8D57-327AF330D9FF}" presName="composite" presStyleCnt="0"/>
      <dgm:spPr/>
    </dgm:pt>
    <dgm:pt modelId="{68F085F5-4ECC-4E53-BF20-BF20C31F7CB9}" type="pres">
      <dgm:prSet presAssocID="{4B84DE20-DBFE-4765-8D57-327AF330D9F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9292AA2-7D83-4C49-8DDE-7DC58B561D87}" type="pres">
      <dgm:prSet presAssocID="{4B84DE20-DBFE-4765-8D57-327AF330D9F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5A44601-D763-4743-9619-19342DF1805A}" type="presOf" srcId="{95AAAEFC-5B76-454D-83B1-1D3F6AB4920C}" destId="{3EA1018A-C662-4485-9F68-0F8FE49070E5}" srcOrd="0" destOrd="3" presId="urn:microsoft.com/office/officeart/2005/8/layout/hList1"/>
    <dgm:cxn modelId="{23A6E70A-3C42-4089-875A-75F3BEBC5171}" type="presOf" srcId="{700CC8C3-9566-4C0A-9F3A-6D536B56A524}" destId="{7359ABA5-31FF-427F-BEA8-3912C2DFCCF4}" srcOrd="0" destOrd="2" presId="urn:microsoft.com/office/officeart/2005/8/layout/hList1"/>
    <dgm:cxn modelId="{6AB8EB12-0497-4A42-ADFD-427657D3EFB4}" srcId="{04091DB6-C5EC-47E1-AFBE-0B217C5584E9}" destId="{FE72CCBC-19CB-4CC6-B9FA-29FE48CA8990}" srcOrd="0" destOrd="0" parTransId="{86459854-500B-40F4-995D-CD4045B2C81A}" sibTransId="{5E896400-2BA1-404A-9697-C8FC96B98FB9}"/>
    <dgm:cxn modelId="{C63C5615-C1D7-40A3-8329-35A3AB42550C}" srcId="{4B84DE20-DBFE-4765-8D57-327AF330D9FF}" destId="{90EDCDDD-3535-41EB-BE40-2E152499B099}" srcOrd="0" destOrd="0" parTransId="{8626FB40-5C43-499E-B94B-3390D8B763DE}" sibTransId="{DDB66012-95C0-41CB-9B05-E92E0DE1A547}"/>
    <dgm:cxn modelId="{615FCF16-49D0-4306-9FB5-3FDDB825EE89}" srcId="{74BC79D3-8823-4D59-8E8E-3968DF019D3A}" destId="{95AAAEFC-5B76-454D-83B1-1D3F6AB4920C}" srcOrd="3" destOrd="0" parTransId="{729E1DF1-C283-4277-AC1E-1E2CB4F92BF0}" sibTransId="{6FDD2CC1-1DC7-478A-A615-FD6428DBEF99}"/>
    <dgm:cxn modelId="{9B491B1C-106F-449B-94AE-A3EC7BF4C794}" type="presOf" srcId="{FE72CCBC-19CB-4CC6-B9FA-29FE48CA8990}" destId="{BFED42C8-CCB0-4413-B0A0-2BD540A5B322}" srcOrd="0" destOrd="0" presId="urn:microsoft.com/office/officeart/2005/8/layout/hList1"/>
    <dgm:cxn modelId="{A2B6081E-7BBE-45CE-A265-3DFA3C2B3CE7}" srcId="{FE72CCBC-19CB-4CC6-B9FA-29FE48CA8990}" destId="{53170275-8C8F-4FBF-AB59-11DAE7C7120B}" srcOrd="0" destOrd="0" parTransId="{A704C24A-9BC5-45D1-A120-A7FF72E3B8B4}" sibTransId="{EED9E9AB-7795-43F0-94D6-FB8FCB7EA73B}"/>
    <dgm:cxn modelId="{DFFE4826-39A0-4E3C-900C-D175E91C0DC2}" type="presOf" srcId="{1B4E69D0-4D12-46C3-8BE7-D76CA3FA52DF}" destId="{E9292AA2-7D83-4C49-8DDE-7DC58B561D87}" srcOrd="0" destOrd="4" presId="urn:microsoft.com/office/officeart/2005/8/layout/hList1"/>
    <dgm:cxn modelId="{541B8934-4E32-4A0C-83C5-35B1D3060EC4}" srcId="{74BC79D3-8823-4D59-8E8E-3968DF019D3A}" destId="{F0566CA6-4611-4D80-9B3D-CB26864F5244}" srcOrd="0" destOrd="0" parTransId="{88BF86F6-0EE1-478B-A48F-2D8A5B110384}" sibTransId="{A3E560DC-5824-488E-A848-05E315512D23}"/>
    <dgm:cxn modelId="{3423763C-8872-40B1-845A-E6710F5891DA}" type="presOf" srcId="{04091DB6-C5EC-47E1-AFBE-0B217C5584E9}" destId="{913093B3-95ED-492C-9635-4A5172262675}" srcOrd="0" destOrd="0" presId="urn:microsoft.com/office/officeart/2005/8/layout/hList1"/>
    <dgm:cxn modelId="{E5E1DF3D-5B2C-456E-95F2-25282F816C4E}" type="presOf" srcId="{7330FDA2-15EE-49AB-B226-42CF118D6816}" destId="{7359ABA5-31FF-427F-BEA8-3912C2DFCCF4}" srcOrd="0" destOrd="1" presId="urn:microsoft.com/office/officeart/2005/8/layout/hList1"/>
    <dgm:cxn modelId="{B316FF3D-55B1-4A45-98AA-E119C07F2C3C}" type="presOf" srcId="{F0566CA6-4611-4D80-9B3D-CB26864F5244}" destId="{3EA1018A-C662-4485-9F68-0F8FE49070E5}" srcOrd="0" destOrd="0" presId="urn:microsoft.com/office/officeart/2005/8/layout/hList1"/>
    <dgm:cxn modelId="{3AC74745-94C9-424F-A730-BD26C9797189}" type="presOf" srcId="{74BC79D3-8823-4D59-8E8E-3968DF019D3A}" destId="{EDE743A5-2E13-4481-880E-933704DAE2CB}" srcOrd="0" destOrd="0" presId="urn:microsoft.com/office/officeart/2005/8/layout/hList1"/>
    <dgm:cxn modelId="{D6D6856E-78CC-4907-865E-1CC63BD58255}" srcId="{4B84DE20-DBFE-4765-8D57-327AF330D9FF}" destId="{84E44F4F-6D1F-46B3-A2EE-656B493AA8BB}" srcOrd="2" destOrd="0" parTransId="{04878750-F35B-40E2-901A-6AB8092E96F6}" sibTransId="{1D7F7CEE-3A3E-479D-B2A7-ABDF8F967BEE}"/>
    <dgm:cxn modelId="{1AFCEC50-0680-454A-97E2-342A477B9D58}" srcId="{4B84DE20-DBFE-4765-8D57-327AF330D9FF}" destId="{EFDB058B-AD63-46C2-9914-75186B0FAE03}" srcOrd="3" destOrd="0" parTransId="{E0297AE9-1A34-4BEB-900C-C4EF33A0EBB1}" sibTransId="{511535A4-14A7-4617-9410-A81979CDC382}"/>
    <dgm:cxn modelId="{A294A454-9F53-46C2-B84E-413BB5056157}" type="presOf" srcId="{EFDB058B-AD63-46C2-9914-75186B0FAE03}" destId="{E9292AA2-7D83-4C49-8DDE-7DC58B561D87}" srcOrd="0" destOrd="3" presId="urn:microsoft.com/office/officeart/2005/8/layout/hList1"/>
    <dgm:cxn modelId="{D458D97E-DD31-4FC3-8403-5884B164E0FE}" srcId="{04091DB6-C5EC-47E1-AFBE-0B217C5584E9}" destId="{4B84DE20-DBFE-4765-8D57-327AF330D9FF}" srcOrd="2" destOrd="0" parTransId="{A20DEDA2-2F7D-4464-9A08-FF3FB794DA32}" sibTransId="{A8648032-FD1B-4F53-A416-4EE3F088036B}"/>
    <dgm:cxn modelId="{969F8E86-A96C-4615-A4FF-18A255F85A34}" srcId="{4B84DE20-DBFE-4765-8D57-327AF330D9FF}" destId="{2F5DC57C-0B18-489F-AFD5-D114C365420D}" srcOrd="1" destOrd="0" parTransId="{DC7FDAC7-F2A2-49E9-85D7-84EBF743D894}" sibTransId="{F5B77D02-776E-4075-A376-8BCBAE4549F1}"/>
    <dgm:cxn modelId="{A153D286-EF7A-42BE-B57B-7FE425977C4B}" type="presOf" srcId="{2F5DC57C-0B18-489F-AFD5-D114C365420D}" destId="{E9292AA2-7D83-4C49-8DDE-7DC58B561D87}" srcOrd="0" destOrd="1" presId="urn:microsoft.com/office/officeart/2005/8/layout/hList1"/>
    <dgm:cxn modelId="{EB86508B-971B-4922-AED4-631468146D14}" type="presOf" srcId="{90EDCDDD-3535-41EB-BE40-2E152499B099}" destId="{E9292AA2-7D83-4C49-8DDE-7DC58B561D87}" srcOrd="0" destOrd="0" presId="urn:microsoft.com/office/officeart/2005/8/layout/hList1"/>
    <dgm:cxn modelId="{028A6297-BA8A-42C8-B5F2-21F0953BA383}" srcId="{4B84DE20-DBFE-4765-8D57-327AF330D9FF}" destId="{1B4E69D0-4D12-46C3-8BE7-D76CA3FA52DF}" srcOrd="4" destOrd="0" parTransId="{971DEAA3-76C3-4762-BBB1-2367AD23F89C}" sibTransId="{7E7B8B78-F0B1-42F0-81C8-D724A8FC0A95}"/>
    <dgm:cxn modelId="{D14AC89A-62CC-4387-9058-41C9FE4FE743}" type="presOf" srcId="{806A6343-EBE5-48AA-99AF-DBC90291F149}" destId="{7359ABA5-31FF-427F-BEA8-3912C2DFCCF4}" srcOrd="0" destOrd="3" presId="urn:microsoft.com/office/officeart/2005/8/layout/hList1"/>
    <dgm:cxn modelId="{A7F931A1-9121-411E-99D4-6529801D2C26}" type="presOf" srcId="{194C6C01-45FA-412C-B9AA-7CD2478E88CA}" destId="{3EA1018A-C662-4485-9F68-0F8FE49070E5}" srcOrd="0" destOrd="1" presId="urn:microsoft.com/office/officeart/2005/8/layout/hList1"/>
    <dgm:cxn modelId="{2550ADA4-514B-4C68-A9DF-9DD6CE673C8E}" srcId="{74BC79D3-8823-4D59-8E8E-3968DF019D3A}" destId="{194C6C01-45FA-412C-B9AA-7CD2478E88CA}" srcOrd="1" destOrd="0" parTransId="{67C02F30-0B9F-474A-88F0-41D3781E2D05}" sibTransId="{79D193A3-1164-448A-A8E3-A8D1201A9937}"/>
    <dgm:cxn modelId="{0B11B4AE-FF2F-4B02-B240-9EBB84669EC7}" type="presOf" srcId="{4D6CB215-C293-45DA-8843-A4A4D8F97AF8}" destId="{3EA1018A-C662-4485-9F68-0F8FE49070E5}" srcOrd="0" destOrd="2" presId="urn:microsoft.com/office/officeart/2005/8/layout/hList1"/>
    <dgm:cxn modelId="{63BA11AF-A2A7-4A61-A20C-4566CE0A3720}" srcId="{04091DB6-C5EC-47E1-AFBE-0B217C5584E9}" destId="{74BC79D3-8823-4D59-8E8E-3968DF019D3A}" srcOrd="1" destOrd="0" parTransId="{CEB70A25-0D1B-41D8-940C-102ACB82D0D2}" sibTransId="{4D780A16-31AA-4D05-8123-7FC4EC4B7B3C}"/>
    <dgm:cxn modelId="{9C2B57BE-5D44-4029-9EF3-C84A5ADBDC56}" srcId="{FE72CCBC-19CB-4CC6-B9FA-29FE48CA8990}" destId="{7330FDA2-15EE-49AB-B226-42CF118D6816}" srcOrd="1" destOrd="0" parTransId="{7F063E63-3D70-453A-A461-A73C8098D0FC}" sibTransId="{82A3ED3A-5BC0-430F-B38E-1CE7D572D210}"/>
    <dgm:cxn modelId="{180DCFC2-3F1A-4FA6-AC7F-1F6FA5BEE92B}" srcId="{FE72CCBC-19CB-4CC6-B9FA-29FE48CA8990}" destId="{700CC8C3-9566-4C0A-9F3A-6D536B56A524}" srcOrd="2" destOrd="0" parTransId="{270D239E-F4AA-496C-8A95-07F506C67F34}" sibTransId="{7D3D702E-90EF-48E2-AE6F-016AAED2C003}"/>
    <dgm:cxn modelId="{C94CBDD9-5200-41C7-9FB9-5D616C740BE2}" type="presOf" srcId="{4B84DE20-DBFE-4765-8D57-327AF330D9FF}" destId="{68F085F5-4ECC-4E53-BF20-BF20C31F7CB9}" srcOrd="0" destOrd="0" presId="urn:microsoft.com/office/officeart/2005/8/layout/hList1"/>
    <dgm:cxn modelId="{6ADBBAE5-D3E0-492E-BA35-C3B4EA6B9FDB}" type="presOf" srcId="{84E44F4F-6D1F-46B3-A2EE-656B493AA8BB}" destId="{E9292AA2-7D83-4C49-8DDE-7DC58B561D87}" srcOrd="0" destOrd="2" presId="urn:microsoft.com/office/officeart/2005/8/layout/hList1"/>
    <dgm:cxn modelId="{58C1D0E7-AB35-49F6-B584-87B7FD918EC9}" type="presOf" srcId="{53170275-8C8F-4FBF-AB59-11DAE7C7120B}" destId="{7359ABA5-31FF-427F-BEA8-3912C2DFCCF4}" srcOrd="0" destOrd="0" presId="urn:microsoft.com/office/officeart/2005/8/layout/hList1"/>
    <dgm:cxn modelId="{8A1494F1-7C9F-464E-9DE8-725F3BD4610A}" srcId="{FE72CCBC-19CB-4CC6-B9FA-29FE48CA8990}" destId="{806A6343-EBE5-48AA-99AF-DBC90291F149}" srcOrd="3" destOrd="0" parTransId="{D7EEB8B2-50F8-4C4D-9EDE-E047E5AF4474}" sibTransId="{E8CB9823-8E88-4A03-86FB-20D015CD7DCA}"/>
    <dgm:cxn modelId="{A74250FA-ED8F-4459-BF49-D0A135D86EC1}" srcId="{74BC79D3-8823-4D59-8E8E-3968DF019D3A}" destId="{4D6CB215-C293-45DA-8843-A4A4D8F97AF8}" srcOrd="2" destOrd="0" parTransId="{4C06C6F1-590C-425E-9D8E-5172A8A15C5A}" sibTransId="{F4EC0296-5DB5-41B0-A798-B92330193AEF}"/>
    <dgm:cxn modelId="{32FF3D28-C7E0-4F74-B809-A8F1D3084EA9}" type="presParOf" srcId="{913093B3-95ED-492C-9635-4A5172262675}" destId="{8294E1E2-119B-4896-AA11-24557F161A58}" srcOrd="0" destOrd="0" presId="urn:microsoft.com/office/officeart/2005/8/layout/hList1"/>
    <dgm:cxn modelId="{E8A0A774-3C2D-4734-9180-80B117E2BCDE}" type="presParOf" srcId="{8294E1E2-119B-4896-AA11-24557F161A58}" destId="{BFED42C8-CCB0-4413-B0A0-2BD540A5B322}" srcOrd="0" destOrd="0" presId="urn:microsoft.com/office/officeart/2005/8/layout/hList1"/>
    <dgm:cxn modelId="{C6591302-175C-4A2C-AC19-6A1C7AEE0626}" type="presParOf" srcId="{8294E1E2-119B-4896-AA11-24557F161A58}" destId="{7359ABA5-31FF-427F-BEA8-3912C2DFCCF4}" srcOrd="1" destOrd="0" presId="urn:microsoft.com/office/officeart/2005/8/layout/hList1"/>
    <dgm:cxn modelId="{0D6E4282-E5B6-4865-80D4-0BB21B538385}" type="presParOf" srcId="{913093B3-95ED-492C-9635-4A5172262675}" destId="{97D2A451-9972-4A70-8F62-0A99DFCD6EB7}" srcOrd="1" destOrd="0" presId="urn:microsoft.com/office/officeart/2005/8/layout/hList1"/>
    <dgm:cxn modelId="{8BFD1B52-CCCC-408F-AB0F-3473C818DC97}" type="presParOf" srcId="{913093B3-95ED-492C-9635-4A5172262675}" destId="{F3EFEAD7-B495-4AD7-AB0F-288669F09DD7}" srcOrd="2" destOrd="0" presId="urn:microsoft.com/office/officeart/2005/8/layout/hList1"/>
    <dgm:cxn modelId="{6346F097-A82A-4E2E-B66F-E665561C809F}" type="presParOf" srcId="{F3EFEAD7-B495-4AD7-AB0F-288669F09DD7}" destId="{EDE743A5-2E13-4481-880E-933704DAE2CB}" srcOrd="0" destOrd="0" presId="urn:microsoft.com/office/officeart/2005/8/layout/hList1"/>
    <dgm:cxn modelId="{09817F0B-C2DF-4E16-8290-2580FADD32D3}" type="presParOf" srcId="{F3EFEAD7-B495-4AD7-AB0F-288669F09DD7}" destId="{3EA1018A-C662-4485-9F68-0F8FE49070E5}" srcOrd="1" destOrd="0" presId="urn:microsoft.com/office/officeart/2005/8/layout/hList1"/>
    <dgm:cxn modelId="{8D967C1B-8B7B-41A9-93BD-2FFF3CD0FCBB}" type="presParOf" srcId="{913093B3-95ED-492C-9635-4A5172262675}" destId="{3CB84000-9451-471E-83A6-A31E9BF12CBB}" srcOrd="3" destOrd="0" presId="urn:microsoft.com/office/officeart/2005/8/layout/hList1"/>
    <dgm:cxn modelId="{4C585686-90EE-47A9-925E-2800B5CA673B}" type="presParOf" srcId="{913093B3-95ED-492C-9635-4A5172262675}" destId="{21AF617D-DFA1-4C39-85E8-B93719AD986D}" srcOrd="4" destOrd="0" presId="urn:microsoft.com/office/officeart/2005/8/layout/hList1"/>
    <dgm:cxn modelId="{AD0FE3F6-EA33-42AD-8799-3F5016148360}" type="presParOf" srcId="{21AF617D-DFA1-4C39-85E8-B93719AD986D}" destId="{68F085F5-4ECC-4E53-BF20-BF20C31F7CB9}" srcOrd="0" destOrd="0" presId="urn:microsoft.com/office/officeart/2005/8/layout/hList1"/>
    <dgm:cxn modelId="{26F437DA-C61D-4B87-AEBD-AABF67D09936}" type="presParOf" srcId="{21AF617D-DFA1-4C39-85E8-B93719AD986D}" destId="{E9292AA2-7D83-4C49-8DDE-7DC58B561D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05A40-282A-4972-99E6-718D92D6E20B}">
      <dsp:nvSpPr>
        <dsp:cNvPr id="0" name=""/>
        <dsp:cNvSpPr/>
      </dsp:nvSpPr>
      <dsp:spPr>
        <a:xfrm rot="5400000">
          <a:off x="-235159" y="235902"/>
          <a:ext cx="1567727" cy="10974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Inizializzazione</a:t>
          </a:r>
          <a:endParaRPr lang="it-IT" sz="1200" kern="1200" dirty="0"/>
        </a:p>
      </dsp:txBody>
      <dsp:txXfrm rot="-5400000">
        <a:off x="1" y="549448"/>
        <a:ext cx="1097409" cy="470318"/>
      </dsp:txXfrm>
    </dsp:sp>
    <dsp:sp modelId="{9D004D94-1FBE-4BAB-A0F5-52FEE70FEB0E}">
      <dsp:nvSpPr>
        <dsp:cNvPr id="0" name=""/>
        <dsp:cNvSpPr/>
      </dsp:nvSpPr>
      <dsp:spPr>
        <a:xfrm rot="5400000">
          <a:off x="2811269" y="-1713116"/>
          <a:ext cx="1019023" cy="44467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/>
            <a:t> Sequenza non codificante promotore del legame ribosoma-mRNA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/>
            <a:t> Inizio della traduzione: arrivo della metionina</a:t>
          </a:r>
        </a:p>
      </dsp:txBody>
      <dsp:txXfrm rot="-5400000">
        <a:off x="1097410" y="50488"/>
        <a:ext cx="4396997" cy="919533"/>
      </dsp:txXfrm>
    </dsp:sp>
    <dsp:sp modelId="{28B9FA48-8525-4EA9-A1A0-018C054C8AA4}">
      <dsp:nvSpPr>
        <dsp:cNvPr id="0" name=""/>
        <dsp:cNvSpPr/>
      </dsp:nvSpPr>
      <dsp:spPr>
        <a:xfrm rot="5400000">
          <a:off x="-235159" y="1609028"/>
          <a:ext cx="1567727" cy="10974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Elongazione</a:t>
          </a:r>
          <a:endParaRPr lang="it-IT" sz="1400" kern="1200" dirty="0"/>
        </a:p>
      </dsp:txBody>
      <dsp:txXfrm rot="-5400000">
        <a:off x="1" y="1922574"/>
        <a:ext cx="1097409" cy="470318"/>
      </dsp:txXfrm>
    </dsp:sp>
    <dsp:sp modelId="{48A4B8F1-73B5-4192-BD7F-3BB5B36E8ED3}">
      <dsp:nvSpPr>
        <dsp:cNvPr id="0" name=""/>
        <dsp:cNvSpPr/>
      </dsp:nvSpPr>
      <dsp:spPr>
        <a:xfrm rot="5400000">
          <a:off x="2811269" y="-339990"/>
          <a:ext cx="1019023" cy="44467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 dirty="0"/>
            <a:t> Sito A:</a:t>
          </a:r>
          <a:r>
            <a:rPr lang="it-IT" sz="1400" kern="1200" dirty="0"/>
            <a:t> Processo di accoppiamento tRNA-codone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 dirty="0"/>
            <a:t> Sito P:</a:t>
          </a:r>
          <a:r>
            <a:rPr lang="it-IT" sz="1400" kern="1200" dirty="0"/>
            <a:t> legame della sequenza polipeptidica e amminoacido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 dirty="0"/>
            <a:t> Sito E:</a:t>
          </a:r>
          <a:r>
            <a:rPr lang="it-IT" sz="1400" kern="1200" dirty="0"/>
            <a:t> rilascio del tRNA nell’ambiente citoplasmatico</a:t>
          </a:r>
        </a:p>
      </dsp:txBody>
      <dsp:txXfrm rot="-5400000">
        <a:off x="1097410" y="1423614"/>
        <a:ext cx="4396997" cy="919533"/>
      </dsp:txXfrm>
    </dsp:sp>
    <dsp:sp modelId="{C1A45962-DFCE-4AB5-ACE5-F6B98F689BA1}">
      <dsp:nvSpPr>
        <dsp:cNvPr id="0" name=""/>
        <dsp:cNvSpPr/>
      </dsp:nvSpPr>
      <dsp:spPr>
        <a:xfrm rot="5400000">
          <a:off x="-235159" y="2982153"/>
          <a:ext cx="1567727" cy="10974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Terminazione</a:t>
          </a:r>
          <a:endParaRPr lang="it-IT" sz="1400" kern="1200" dirty="0"/>
        </a:p>
      </dsp:txBody>
      <dsp:txXfrm rot="-5400000">
        <a:off x="1" y="3295699"/>
        <a:ext cx="1097409" cy="470318"/>
      </dsp:txXfrm>
    </dsp:sp>
    <dsp:sp modelId="{8497A61E-2DE8-40E1-BC8E-834EA41E8EC6}">
      <dsp:nvSpPr>
        <dsp:cNvPr id="0" name=""/>
        <dsp:cNvSpPr/>
      </dsp:nvSpPr>
      <dsp:spPr>
        <a:xfrm rot="5400000">
          <a:off x="2811269" y="1033134"/>
          <a:ext cx="1019023" cy="44467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/>
            <a:t> Fattori di rilascio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/>
            <a:t> Fine del </a:t>
          </a:r>
          <a:r>
            <a:rPr lang="it-IT" sz="1400" kern="1200"/>
            <a:t>legame </a:t>
          </a:r>
          <a:endParaRPr lang="it-IT" sz="1400" kern="1200" dirty="0"/>
        </a:p>
      </dsp:txBody>
      <dsp:txXfrm rot="-5400000">
        <a:off x="1097410" y="2796739"/>
        <a:ext cx="4396997" cy="9195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EE954-96E1-4A92-A313-B7ECC5025C41}">
      <dsp:nvSpPr>
        <dsp:cNvPr id="0" name=""/>
        <dsp:cNvSpPr/>
      </dsp:nvSpPr>
      <dsp:spPr>
        <a:xfrm>
          <a:off x="3730080" y="1114071"/>
          <a:ext cx="338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889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5B31E-E07D-494F-8E84-A20356970766}">
      <dsp:nvSpPr>
        <dsp:cNvPr id="0" name=""/>
        <dsp:cNvSpPr/>
      </dsp:nvSpPr>
      <dsp:spPr>
        <a:xfrm>
          <a:off x="1696738" y="1114071"/>
          <a:ext cx="338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8890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0EE09-6117-4138-B27D-E56762DAA86B}">
      <dsp:nvSpPr>
        <dsp:cNvPr id="0" name=""/>
        <dsp:cNvSpPr/>
      </dsp:nvSpPr>
      <dsp:spPr>
        <a:xfrm>
          <a:off x="2287" y="901387"/>
          <a:ext cx="1694451" cy="516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Scelta randomica di un sito k</a:t>
          </a:r>
        </a:p>
      </dsp:txBody>
      <dsp:txXfrm>
        <a:off x="2287" y="901387"/>
        <a:ext cx="1694451" cy="516807"/>
      </dsp:txXfrm>
    </dsp:sp>
    <dsp:sp modelId="{A6AC235F-0311-4707-9BF6-C364BB4A53EF}">
      <dsp:nvSpPr>
        <dsp:cNvPr id="0" name=""/>
        <dsp:cNvSpPr/>
      </dsp:nvSpPr>
      <dsp:spPr>
        <a:xfrm>
          <a:off x="2035629" y="901387"/>
          <a:ext cx="1694451" cy="516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n(k) = 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n(k+1) = 0</a:t>
          </a:r>
        </a:p>
      </dsp:txBody>
      <dsp:txXfrm>
        <a:off x="2035629" y="901387"/>
        <a:ext cx="1694451" cy="516807"/>
      </dsp:txXfrm>
    </dsp:sp>
    <dsp:sp modelId="{BE0ECDCE-0A6B-440C-95AD-D007AFEA7E23}">
      <dsp:nvSpPr>
        <dsp:cNvPr id="0" name=""/>
        <dsp:cNvSpPr/>
      </dsp:nvSpPr>
      <dsp:spPr>
        <a:xfrm>
          <a:off x="4068971" y="901387"/>
          <a:ext cx="1694451" cy="516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Particella si sposta </a:t>
          </a:r>
          <a:br>
            <a:rPr lang="it-IT" sz="1200" kern="1200" dirty="0"/>
          </a:br>
          <a:r>
            <a:rPr lang="it-IT" sz="1200" kern="1200" dirty="0"/>
            <a:t>da k a k+1</a:t>
          </a:r>
        </a:p>
      </dsp:txBody>
      <dsp:txXfrm>
        <a:off x="4068971" y="901387"/>
        <a:ext cx="1694451" cy="5168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4900D-6ABF-4072-AED3-32A2EE34C05B}">
      <dsp:nvSpPr>
        <dsp:cNvPr id="0" name=""/>
        <dsp:cNvSpPr/>
      </dsp:nvSpPr>
      <dsp:spPr>
        <a:xfrm>
          <a:off x="3796764" y="2597607"/>
          <a:ext cx="3449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948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F8DA72-A6D2-4E26-B87E-67E04698346C}">
      <dsp:nvSpPr>
        <dsp:cNvPr id="0" name=""/>
        <dsp:cNvSpPr/>
      </dsp:nvSpPr>
      <dsp:spPr>
        <a:xfrm>
          <a:off x="1727072" y="1816276"/>
          <a:ext cx="344948" cy="827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2474" y="0"/>
              </a:lnTo>
              <a:lnTo>
                <a:pt x="172474" y="827051"/>
              </a:lnTo>
              <a:lnTo>
                <a:pt x="344948" y="82705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3CD1E3-249F-4389-81BB-3D14D854AF67}">
      <dsp:nvSpPr>
        <dsp:cNvPr id="0" name=""/>
        <dsp:cNvSpPr/>
      </dsp:nvSpPr>
      <dsp:spPr>
        <a:xfrm>
          <a:off x="3796764" y="1770555"/>
          <a:ext cx="3449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948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AA068-81A6-4A69-90B1-E57CF530D978}">
      <dsp:nvSpPr>
        <dsp:cNvPr id="0" name=""/>
        <dsp:cNvSpPr/>
      </dsp:nvSpPr>
      <dsp:spPr>
        <a:xfrm>
          <a:off x="1727072" y="1770555"/>
          <a:ext cx="3449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948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1235D-3227-4E55-9216-588B1939D45C}">
      <dsp:nvSpPr>
        <dsp:cNvPr id="0" name=""/>
        <dsp:cNvSpPr/>
      </dsp:nvSpPr>
      <dsp:spPr>
        <a:xfrm>
          <a:off x="3796764" y="943504"/>
          <a:ext cx="3449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948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F5B3F-6967-4DBF-A0D9-0DDE8FF7B4DD}">
      <dsp:nvSpPr>
        <dsp:cNvPr id="0" name=""/>
        <dsp:cNvSpPr/>
      </dsp:nvSpPr>
      <dsp:spPr>
        <a:xfrm>
          <a:off x="1727072" y="989224"/>
          <a:ext cx="344948" cy="827051"/>
        </a:xfrm>
        <a:custGeom>
          <a:avLst/>
          <a:gdLst/>
          <a:ahLst/>
          <a:cxnLst/>
          <a:rect l="0" t="0" r="0" b="0"/>
          <a:pathLst>
            <a:path>
              <a:moveTo>
                <a:pt x="0" y="827051"/>
              </a:moveTo>
              <a:lnTo>
                <a:pt x="172474" y="827051"/>
              </a:lnTo>
              <a:lnTo>
                <a:pt x="172474" y="0"/>
              </a:lnTo>
              <a:lnTo>
                <a:pt x="34494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B22A5-419B-4DA4-B669-25D3E31A4B10}">
      <dsp:nvSpPr>
        <dsp:cNvPr id="0" name=""/>
        <dsp:cNvSpPr/>
      </dsp:nvSpPr>
      <dsp:spPr>
        <a:xfrm>
          <a:off x="2328" y="1553252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Scelta randomica di un sito k</a:t>
          </a:r>
        </a:p>
      </dsp:txBody>
      <dsp:txXfrm>
        <a:off x="2328" y="1553252"/>
        <a:ext cx="1724743" cy="526046"/>
      </dsp:txXfrm>
    </dsp:sp>
    <dsp:sp modelId="{BEBCBEE6-3CE7-4407-850D-CFF3C8DE52E8}">
      <dsp:nvSpPr>
        <dsp:cNvPr id="0" name=""/>
        <dsp:cNvSpPr/>
      </dsp:nvSpPr>
      <dsp:spPr>
        <a:xfrm>
          <a:off x="2072021" y="726201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k = 0;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n(1) = 0</a:t>
          </a:r>
        </a:p>
      </dsp:txBody>
      <dsp:txXfrm>
        <a:off x="2072021" y="726201"/>
        <a:ext cx="1724743" cy="526046"/>
      </dsp:txXfrm>
    </dsp:sp>
    <dsp:sp modelId="{52FFB9AB-4CD1-4D4A-9AB2-BA7EC02284D2}">
      <dsp:nvSpPr>
        <dsp:cNvPr id="0" name=""/>
        <dsp:cNvSpPr/>
      </dsp:nvSpPr>
      <dsp:spPr>
        <a:xfrm>
          <a:off x="4141713" y="726201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 Iniezione della particella nel reticolo con rate α</a:t>
          </a:r>
        </a:p>
      </dsp:txBody>
      <dsp:txXfrm>
        <a:off x="4141713" y="726201"/>
        <a:ext cx="1724743" cy="526046"/>
      </dsp:txXfrm>
    </dsp:sp>
    <dsp:sp modelId="{29B303C7-38CA-44B4-91C4-B9113BDB0872}">
      <dsp:nvSpPr>
        <dsp:cNvPr id="0" name=""/>
        <dsp:cNvSpPr/>
      </dsp:nvSpPr>
      <dsp:spPr>
        <a:xfrm>
          <a:off x="2072021" y="1467840"/>
          <a:ext cx="1724743" cy="696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k = 0, 1, …L;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n(k) = 1;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n(k+1) = 0;</a:t>
          </a:r>
        </a:p>
      </dsp:txBody>
      <dsp:txXfrm>
        <a:off x="2072021" y="1467840"/>
        <a:ext cx="1724743" cy="696870"/>
      </dsp:txXfrm>
    </dsp:sp>
    <dsp:sp modelId="{14F08E70-0282-45B7-B09B-EE2E0B1F7113}">
      <dsp:nvSpPr>
        <dsp:cNvPr id="0" name=""/>
        <dsp:cNvSpPr/>
      </dsp:nvSpPr>
      <dsp:spPr>
        <a:xfrm>
          <a:off x="4141713" y="1553252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Particella si sposta </a:t>
          </a:r>
          <a:br>
            <a:rPr lang="it-IT" sz="1100" kern="1200" dirty="0"/>
          </a:br>
          <a:r>
            <a:rPr lang="it-IT" sz="1100" kern="1200" dirty="0"/>
            <a:t>da k a k+1</a:t>
          </a:r>
        </a:p>
      </dsp:txBody>
      <dsp:txXfrm>
        <a:off x="4141713" y="1553252"/>
        <a:ext cx="1724743" cy="526046"/>
      </dsp:txXfrm>
    </dsp:sp>
    <dsp:sp modelId="{A863B09E-5800-48B5-8D31-6810E2C04B75}">
      <dsp:nvSpPr>
        <dsp:cNvPr id="0" name=""/>
        <dsp:cNvSpPr/>
      </dsp:nvSpPr>
      <dsp:spPr>
        <a:xfrm>
          <a:off x="2072021" y="2380304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k = L;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n(L) = 1;</a:t>
          </a:r>
          <a:r>
            <a:rPr lang="it-IT" sz="1500" kern="1200" dirty="0"/>
            <a:t> </a:t>
          </a:r>
        </a:p>
      </dsp:txBody>
      <dsp:txXfrm>
        <a:off x="2072021" y="2380304"/>
        <a:ext cx="1724743" cy="526046"/>
      </dsp:txXfrm>
    </dsp:sp>
    <dsp:sp modelId="{4110792F-12D2-4D52-8A1C-E35F1374A910}">
      <dsp:nvSpPr>
        <dsp:cNvPr id="0" name=""/>
        <dsp:cNvSpPr/>
      </dsp:nvSpPr>
      <dsp:spPr>
        <a:xfrm>
          <a:off x="4141713" y="2380304"/>
          <a:ext cx="1724743" cy="526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Espulsione della particella dal reticolo con rate β</a:t>
          </a:r>
        </a:p>
      </dsp:txBody>
      <dsp:txXfrm>
        <a:off x="4141713" y="2380304"/>
        <a:ext cx="1724743" cy="5260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1FA81-2B06-47B5-AF90-F12E462B79E4}">
      <dsp:nvSpPr>
        <dsp:cNvPr id="0" name=""/>
        <dsp:cNvSpPr/>
      </dsp:nvSpPr>
      <dsp:spPr>
        <a:xfrm>
          <a:off x="591910" y="416679"/>
          <a:ext cx="2374119" cy="2374119"/>
        </a:xfrm>
        <a:prstGeom prst="blockArc">
          <a:avLst>
            <a:gd name="adj1" fmla="val 90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0816F-2CE7-48B7-AA69-11C4855A7BB6}">
      <dsp:nvSpPr>
        <dsp:cNvPr id="0" name=""/>
        <dsp:cNvSpPr/>
      </dsp:nvSpPr>
      <dsp:spPr>
        <a:xfrm>
          <a:off x="591910" y="416679"/>
          <a:ext cx="2374119" cy="2374119"/>
        </a:xfrm>
        <a:prstGeom prst="blockArc">
          <a:avLst>
            <a:gd name="adj1" fmla="val 1800000"/>
            <a:gd name="adj2" fmla="val 90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C98AD-6084-470D-A019-FAABA38DBE73}">
      <dsp:nvSpPr>
        <dsp:cNvPr id="0" name=""/>
        <dsp:cNvSpPr/>
      </dsp:nvSpPr>
      <dsp:spPr>
        <a:xfrm>
          <a:off x="591910" y="416679"/>
          <a:ext cx="2374119" cy="2374119"/>
        </a:xfrm>
        <a:prstGeom prst="blockArc">
          <a:avLst>
            <a:gd name="adj1" fmla="val 16200000"/>
            <a:gd name="adj2" fmla="val 1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FABB0-9598-4E11-9E02-E2734B42AD90}">
      <dsp:nvSpPr>
        <dsp:cNvPr id="0" name=""/>
        <dsp:cNvSpPr/>
      </dsp:nvSpPr>
      <dsp:spPr>
        <a:xfrm>
          <a:off x="1176824" y="1001593"/>
          <a:ext cx="1204291" cy="1204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Numero di occupazione n(i)</a:t>
          </a:r>
        </a:p>
      </dsp:txBody>
      <dsp:txXfrm>
        <a:off x="1353188" y="1177957"/>
        <a:ext cx="851563" cy="851563"/>
      </dsp:txXfrm>
    </dsp:sp>
    <dsp:sp modelId="{A6A2D440-DF6B-43D6-B73B-A7C3EFE455C6}">
      <dsp:nvSpPr>
        <dsp:cNvPr id="0" name=""/>
        <dsp:cNvSpPr/>
      </dsp:nvSpPr>
      <dsp:spPr>
        <a:xfrm>
          <a:off x="1273170" y="-61583"/>
          <a:ext cx="1011598" cy="10115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n(i) = 0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sito vuoto</a:t>
          </a:r>
        </a:p>
      </dsp:txBody>
      <dsp:txXfrm>
        <a:off x="1421315" y="86562"/>
        <a:ext cx="715308" cy="715308"/>
      </dsp:txXfrm>
    </dsp:sp>
    <dsp:sp modelId="{32383E76-73BD-4891-AF40-4BE824152CC1}">
      <dsp:nvSpPr>
        <dsp:cNvPr id="0" name=""/>
        <dsp:cNvSpPr/>
      </dsp:nvSpPr>
      <dsp:spPr>
        <a:xfrm>
          <a:off x="2278073" y="1677701"/>
          <a:ext cx="1010145" cy="1011598"/>
        </a:xfrm>
        <a:prstGeom prst="ellipse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n(i) = 1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primo stato</a:t>
          </a:r>
        </a:p>
      </dsp:txBody>
      <dsp:txXfrm>
        <a:off x="2426005" y="1825846"/>
        <a:ext cx="714281" cy="715308"/>
      </dsp:txXfrm>
    </dsp:sp>
    <dsp:sp modelId="{1BE556AF-8AB4-49E2-9831-F635211AA156}">
      <dsp:nvSpPr>
        <dsp:cNvPr id="0" name=""/>
        <dsp:cNvSpPr/>
      </dsp:nvSpPr>
      <dsp:spPr>
        <a:xfrm>
          <a:off x="252793" y="1679502"/>
          <a:ext cx="1044000" cy="10079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n(i) = 2 </a:t>
          </a:r>
          <a:r>
            <a:rPr lang="it-IT" sz="900" kern="1200" dirty="0"/>
            <a:t>secondo</a:t>
          </a:r>
          <a:r>
            <a:rPr lang="it-IT" sz="1000" kern="1200" dirty="0"/>
            <a:t> </a:t>
          </a:r>
          <a:r>
            <a:rPr lang="it-IT" sz="900" kern="1200" dirty="0"/>
            <a:t>stato</a:t>
          </a:r>
        </a:p>
      </dsp:txBody>
      <dsp:txXfrm>
        <a:off x="405683" y="1827120"/>
        <a:ext cx="738220" cy="712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C1CDA-A5B5-4D5E-93D9-956160F1C533}">
      <dsp:nvSpPr>
        <dsp:cNvPr id="0" name=""/>
        <dsp:cNvSpPr/>
      </dsp:nvSpPr>
      <dsp:spPr>
        <a:xfrm>
          <a:off x="3364082" y="2029351"/>
          <a:ext cx="91440" cy="3367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7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99A0C3-D62C-4C53-A648-2020DC67A52D}">
      <dsp:nvSpPr>
        <dsp:cNvPr id="0" name=""/>
        <dsp:cNvSpPr/>
      </dsp:nvSpPr>
      <dsp:spPr>
        <a:xfrm>
          <a:off x="1994412" y="957193"/>
          <a:ext cx="1415389" cy="3367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518"/>
              </a:lnTo>
              <a:lnTo>
                <a:pt x="1415389" y="229518"/>
              </a:lnTo>
              <a:lnTo>
                <a:pt x="1415389" y="3367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491C2-E0E9-424F-9543-88D7A350199F}">
      <dsp:nvSpPr>
        <dsp:cNvPr id="0" name=""/>
        <dsp:cNvSpPr/>
      </dsp:nvSpPr>
      <dsp:spPr>
        <a:xfrm>
          <a:off x="1948692" y="2029351"/>
          <a:ext cx="91440" cy="3367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7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CBCEE-8EF6-4B6E-AF29-D3ED46028A3C}">
      <dsp:nvSpPr>
        <dsp:cNvPr id="0" name=""/>
        <dsp:cNvSpPr/>
      </dsp:nvSpPr>
      <dsp:spPr>
        <a:xfrm>
          <a:off x="1948692" y="957193"/>
          <a:ext cx="91440" cy="3367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7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09928A-FE1C-43CB-A97D-B212ECA4A5A0}">
      <dsp:nvSpPr>
        <dsp:cNvPr id="0" name=""/>
        <dsp:cNvSpPr/>
      </dsp:nvSpPr>
      <dsp:spPr>
        <a:xfrm>
          <a:off x="533303" y="2029351"/>
          <a:ext cx="91440" cy="3367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67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46274B-A7ED-441B-92C6-917AAA379A31}">
      <dsp:nvSpPr>
        <dsp:cNvPr id="0" name=""/>
        <dsp:cNvSpPr/>
      </dsp:nvSpPr>
      <dsp:spPr>
        <a:xfrm>
          <a:off x="579023" y="957193"/>
          <a:ext cx="1415389" cy="336798"/>
        </a:xfrm>
        <a:custGeom>
          <a:avLst/>
          <a:gdLst/>
          <a:ahLst/>
          <a:cxnLst/>
          <a:rect l="0" t="0" r="0" b="0"/>
          <a:pathLst>
            <a:path>
              <a:moveTo>
                <a:pt x="1415389" y="0"/>
              </a:moveTo>
              <a:lnTo>
                <a:pt x="1415389" y="229518"/>
              </a:lnTo>
              <a:lnTo>
                <a:pt x="0" y="229518"/>
              </a:lnTo>
              <a:lnTo>
                <a:pt x="0" y="3367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0D0EC-093E-4130-A230-D053EC50252A}">
      <dsp:nvSpPr>
        <dsp:cNvPr id="0" name=""/>
        <dsp:cNvSpPr/>
      </dsp:nvSpPr>
      <dsp:spPr>
        <a:xfrm>
          <a:off x="1415389" y="221834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D8738-CFF1-4BC4-AFA7-B158B6C9A19A}">
      <dsp:nvSpPr>
        <dsp:cNvPr id="0" name=""/>
        <dsp:cNvSpPr/>
      </dsp:nvSpPr>
      <dsp:spPr>
        <a:xfrm>
          <a:off x="1544061" y="344072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Scelta randomica di un sito k</a:t>
          </a:r>
        </a:p>
      </dsp:txBody>
      <dsp:txXfrm>
        <a:off x="1565599" y="365610"/>
        <a:ext cx="1114970" cy="692283"/>
      </dsp:txXfrm>
    </dsp:sp>
    <dsp:sp modelId="{52A1C028-9A63-4C6E-97EF-13B5B4B35F8E}">
      <dsp:nvSpPr>
        <dsp:cNvPr id="0" name=""/>
        <dsp:cNvSpPr/>
      </dsp:nvSpPr>
      <dsp:spPr>
        <a:xfrm>
          <a:off x="0" y="1293991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2CD49-A428-4B8C-96D4-D79EF5168917}">
      <dsp:nvSpPr>
        <dsp:cNvPr id="0" name=""/>
        <dsp:cNvSpPr/>
      </dsp:nvSpPr>
      <dsp:spPr>
        <a:xfrm>
          <a:off x="128671" y="1416229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k = 0; n(1) = 0</a:t>
          </a:r>
        </a:p>
      </dsp:txBody>
      <dsp:txXfrm>
        <a:off x="150209" y="1437767"/>
        <a:ext cx="1114970" cy="692283"/>
      </dsp:txXfrm>
    </dsp:sp>
    <dsp:sp modelId="{A8692432-CD9B-4738-BC7A-5279888F0F14}">
      <dsp:nvSpPr>
        <dsp:cNvPr id="0" name=""/>
        <dsp:cNvSpPr/>
      </dsp:nvSpPr>
      <dsp:spPr>
        <a:xfrm>
          <a:off x="0" y="2366149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B7661-A010-40A3-B471-EF03EB78629A}">
      <dsp:nvSpPr>
        <dsp:cNvPr id="0" name=""/>
        <dsp:cNvSpPr/>
      </dsp:nvSpPr>
      <dsp:spPr>
        <a:xfrm>
          <a:off x="128671" y="2488387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Iniezione della particella nel reticolo con rate α</a:t>
          </a:r>
        </a:p>
      </dsp:txBody>
      <dsp:txXfrm>
        <a:off x="150209" y="2509925"/>
        <a:ext cx="1114970" cy="692283"/>
      </dsp:txXfrm>
    </dsp:sp>
    <dsp:sp modelId="{CC3B59B2-6633-47DA-BCF1-EDFCAFFF2466}">
      <dsp:nvSpPr>
        <dsp:cNvPr id="0" name=""/>
        <dsp:cNvSpPr/>
      </dsp:nvSpPr>
      <dsp:spPr>
        <a:xfrm>
          <a:off x="1415389" y="1293991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021B5-4B88-41CC-890C-07CF009DBBFF}">
      <dsp:nvSpPr>
        <dsp:cNvPr id="0" name=""/>
        <dsp:cNvSpPr/>
      </dsp:nvSpPr>
      <dsp:spPr>
        <a:xfrm>
          <a:off x="1544061" y="1416229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k = 0, 1, …L; n(k) = 1;  n(k+1) = 0;</a:t>
          </a:r>
        </a:p>
      </dsp:txBody>
      <dsp:txXfrm>
        <a:off x="1565599" y="1437767"/>
        <a:ext cx="1114970" cy="692283"/>
      </dsp:txXfrm>
    </dsp:sp>
    <dsp:sp modelId="{27306EC9-4F33-433D-BB2D-35BE9C7AEACC}">
      <dsp:nvSpPr>
        <dsp:cNvPr id="0" name=""/>
        <dsp:cNvSpPr/>
      </dsp:nvSpPr>
      <dsp:spPr>
        <a:xfrm>
          <a:off x="1415389" y="2366149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86BBB-2139-46C8-8DAE-A50DFD8ECE4B}">
      <dsp:nvSpPr>
        <dsp:cNvPr id="0" name=""/>
        <dsp:cNvSpPr/>
      </dsp:nvSpPr>
      <dsp:spPr>
        <a:xfrm>
          <a:off x="1544061" y="2488387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Particella si sposta da k a k+1</a:t>
          </a:r>
        </a:p>
      </dsp:txBody>
      <dsp:txXfrm>
        <a:off x="1565599" y="2509925"/>
        <a:ext cx="1114970" cy="692283"/>
      </dsp:txXfrm>
    </dsp:sp>
    <dsp:sp modelId="{0A173DEC-26D4-431B-9689-1C3FFA61E2FC}">
      <dsp:nvSpPr>
        <dsp:cNvPr id="0" name=""/>
        <dsp:cNvSpPr/>
      </dsp:nvSpPr>
      <dsp:spPr>
        <a:xfrm>
          <a:off x="2830779" y="1293991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BB4BA-C8AC-4DE8-A966-1AD3038F69D4}">
      <dsp:nvSpPr>
        <dsp:cNvPr id="0" name=""/>
        <dsp:cNvSpPr/>
      </dsp:nvSpPr>
      <dsp:spPr>
        <a:xfrm>
          <a:off x="2959450" y="1416229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k = L;  n(L) = 1; </a:t>
          </a:r>
        </a:p>
      </dsp:txBody>
      <dsp:txXfrm>
        <a:off x="2980988" y="1437767"/>
        <a:ext cx="1114970" cy="692283"/>
      </dsp:txXfrm>
    </dsp:sp>
    <dsp:sp modelId="{E7F8D29B-D7E5-4C03-B5BD-103FEEB3AE98}">
      <dsp:nvSpPr>
        <dsp:cNvPr id="0" name=""/>
        <dsp:cNvSpPr/>
      </dsp:nvSpPr>
      <dsp:spPr>
        <a:xfrm>
          <a:off x="2830779" y="2366149"/>
          <a:ext cx="1158046" cy="735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46CA8-0192-41D9-9D25-BC8684477F87}">
      <dsp:nvSpPr>
        <dsp:cNvPr id="0" name=""/>
        <dsp:cNvSpPr/>
      </dsp:nvSpPr>
      <dsp:spPr>
        <a:xfrm>
          <a:off x="2959450" y="2488387"/>
          <a:ext cx="1158046" cy="735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Espulsione della particella dal reticolo con rate β</a:t>
          </a:r>
        </a:p>
      </dsp:txBody>
      <dsp:txXfrm>
        <a:off x="2980988" y="2509925"/>
        <a:ext cx="1114970" cy="6922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B142-F78B-4062-956B-B80BD6EE97D3}">
      <dsp:nvSpPr>
        <dsp:cNvPr id="0" name=""/>
        <dsp:cNvSpPr/>
      </dsp:nvSpPr>
      <dsp:spPr>
        <a:xfrm>
          <a:off x="4105929" y="1559304"/>
          <a:ext cx="2905526" cy="492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608"/>
              </a:lnTo>
              <a:lnTo>
                <a:pt x="2905526" y="240608"/>
              </a:lnTo>
              <a:lnTo>
                <a:pt x="2905526" y="492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66756-E3B0-4E06-8301-42D8F215B947}">
      <dsp:nvSpPr>
        <dsp:cNvPr id="0" name=""/>
        <dsp:cNvSpPr/>
      </dsp:nvSpPr>
      <dsp:spPr>
        <a:xfrm>
          <a:off x="4060209" y="1559304"/>
          <a:ext cx="91440" cy="504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084"/>
              </a:lnTo>
              <a:lnTo>
                <a:pt x="46800" y="252084"/>
              </a:lnTo>
              <a:lnTo>
                <a:pt x="46800" y="5041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C50FD6-C17B-4C74-A9ED-C127BC385DDB}">
      <dsp:nvSpPr>
        <dsp:cNvPr id="0" name=""/>
        <dsp:cNvSpPr/>
      </dsp:nvSpPr>
      <dsp:spPr>
        <a:xfrm>
          <a:off x="1229355" y="1559304"/>
          <a:ext cx="2876573" cy="492693"/>
        </a:xfrm>
        <a:custGeom>
          <a:avLst/>
          <a:gdLst/>
          <a:ahLst/>
          <a:cxnLst/>
          <a:rect l="0" t="0" r="0" b="0"/>
          <a:pathLst>
            <a:path>
              <a:moveTo>
                <a:pt x="2876573" y="0"/>
              </a:moveTo>
              <a:lnTo>
                <a:pt x="2876573" y="240608"/>
              </a:lnTo>
              <a:lnTo>
                <a:pt x="0" y="240608"/>
              </a:lnTo>
              <a:lnTo>
                <a:pt x="0" y="492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E81F0-FFEA-491E-B298-B12DA5351A70}">
      <dsp:nvSpPr>
        <dsp:cNvPr id="0" name=""/>
        <dsp:cNvSpPr/>
      </dsp:nvSpPr>
      <dsp:spPr>
        <a:xfrm>
          <a:off x="2580841" y="358902"/>
          <a:ext cx="3050175" cy="1200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 dirty="0"/>
            <a:t>Dinamica nelle condizioni di contorno aperto (o libero):</a:t>
          </a:r>
        </a:p>
      </dsp:txBody>
      <dsp:txXfrm>
        <a:off x="2580841" y="358902"/>
        <a:ext cx="3050175" cy="1200402"/>
      </dsp:txXfrm>
    </dsp:sp>
    <dsp:sp modelId="{74A24A63-9FBC-4C7D-A04D-4EE3D4132697}">
      <dsp:nvSpPr>
        <dsp:cNvPr id="0" name=""/>
        <dsp:cNvSpPr/>
      </dsp:nvSpPr>
      <dsp:spPr>
        <a:xfrm>
          <a:off x="28952" y="2051998"/>
          <a:ext cx="2400805" cy="1200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Fase di iniezione</a:t>
          </a:r>
          <a:endParaRPr lang="it-IT" sz="2200" kern="1200" dirty="0"/>
        </a:p>
      </dsp:txBody>
      <dsp:txXfrm>
        <a:off x="28952" y="2051998"/>
        <a:ext cx="2400805" cy="1200402"/>
      </dsp:txXfrm>
    </dsp:sp>
    <dsp:sp modelId="{5A99163F-C52D-4A9D-B1EE-7A38BF23C135}">
      <dsp:nvSpPr>
        <dsp:cNvPr id="0" name=""/>
        <dsp:cNvSpPr/>
      </dsp:nvSpPr>
      <dsp:spPr>
        <a:xfrm>
          <a:off x="2906606" y="2063474"/>
          <a:ext cx="2400805" cy="1200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Fase centrale </a:t>
          </a:r>
          <a:r>
            <a:rPr lang="it-IT" sz="2200" b="0" kern="1200" dirty="0"/>
            <a:t>(invariata)</a:t>
          </a:r>
        </a:p>
      </dsp:txBody>
      <dsp:txXfrm>
        <a:off x="2906606" y="2063474"/>
        <a:ext cx="2400805" cy="1200402"/>
      </dsp:txXfrm>
    </dsp:sp>
    <dsp:sp modelId="{6FB64DE8-9348-4AA5-AB43-A7FD6EC61168}">
      <dsp:nvSpPr>
        <dsp:cNvPr id="0" name=""/>
        <dsp:cNvSpPr/>
      </dsp:nvSpPr>
      <dsp:spPr>
        <a:xfrm>
          <a:off x="5811052" y="2051998"/>
          <a:ext cx="2400805" cy="1200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Fase di espulsione</a:t>
          </a:r>
          <a:endParaRPr lang="it-IT" sz="2200" kern="1200" dirty="0"/>
        </a:p>
      </dsp:txBody>
      <dsp:txXfrm>
        <a:off x="5811052" y="2051998"/>
        <a:ext cx="2400805" cy="12004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B142-F78B-4062-956B-B80BD6EE97D3}">
      <dsp:nvSpPr>
        <dsp:cNvPr id="0" name=""/>
        <dsp:cNvSpPr/>
      </dsp:nvSpPr>
      <dsp:spPr>
        <a:xfrm>
          <a:off x="1224866" y="607363"/>
          <a:ext cx="866766" cy="1504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208"/>
              </a:lnTo>
              <a:lnTo>
                <a:pt x="866766" y="75208"/>
              </a:lnTo>
              <a:lnTo>
                <a:pt x="866766" y="1504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66756-E3B0-4E06-8301-42D8F215B947}">
      <dsp:nvSpPr>
        <dsp:cNvPr id="0" name=""/>
        <dsp:cNvSpPr/>
      </dsp:nvSpPr>
      <dsp:spPr>
        <a:xfrm>
          <a:off x="1179146" y="607363"/>
          <a:ext cx="91440" cy="1504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201"/>
              </a:lnTo>
              <a:lnTo>
                <a:pt x="46042" y="75201"/>
              </a:lnTo>
              <a:lnTo>
                <a:pt x="46042" y="1504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C50FD6-C17B-4C74-A9ED-C127BC385DDB}">
      <dsp:nvSpPr>
        <dsp:cNvPr id="0" name=""/>
        <dsp:cNvSpPr/>
      </dsp:nvSpPr>
      <dsp:spPr>
        <a:xfrm>
          <a:off x="358100" y="607363"/>
          <a:ext cx="866766" cy="168364"/>
        </a:xfrm>
        <a:custGeom>
          <a:avLst/>
          <a:gdLst/>
          <a:ahLst/>
          <a:cxnLst/>
          <a:rect l="0" t="0" r="0" b="0"/>
          <a:pathLst>
            <a:path>
              <a:moveTo>
                <a:pt x="866766" y="0"/>
              </a:moveTo>
              <a:lnTo>
                <a:pt x="866766" y="93163"/>
              </a:lnTo>
              <a:lnTo>
                <a:pt x="0" y="93163"/>
              </a:lnTo>
              <a:lnTo>
                <a:pt x="0" y="168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E81F0-FFEA-491E-B298-B12DA5351A70}">
      <dsp:nvSpPr>
        <dsp:cNvPr id="0" name=""/>
        <dsp:cNvSpPr/>
      </dsp:nvSpPr>
      <dsp:spPr>
        <a:xfrm>
          <a:off x="769907" y="249263"/>
          <a:ext cx="909917" cy="358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700" b="0" kern="1200" dirty="0"/>
            <a:t>Dinamica nelle condizioni di contorno aperto (o libero):</a:t>
          </a:r>
        </a:p>
      </dsp:txBody>
      <dsp:txXfrm>
        <a:off x="769907" y="249263"/>
        <a:ext cx="909917" cy="358100"/>
      </dsp:txXfrm>
    </dsp:sp>
    <dsp:sp modelId="{74A24A63-9FBC-4C7D-A04D-4EE3D4132697}">
      <dsp:nvSpPr>
        <dsp:cNvPr id="0" name=""/>
        <dsp:cNvSpPr/>
      </dsp:nvSpPr>
      <dsp:spPr>
        <a:xfrm>
          <a:off x="0" y="775727"/>
          <a:ext cx="716200" cy="358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700" b="1" kern="1200" dirty="0"/>
            <a:t>Fase di </a:t>
          </a:r>
          <a:r>
            <a:rPr lang="it-IT" sz="700" b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iniezione</a:t>
          </a:r>
        </a:p>
      </dsp:txBody>
      <dsp:txXfrm>
        <a:off x="0" y="775727"/>
        <a:ext cx="716200" cy="358100"/>
      </dsp:txXfrm>
    </dsp:sp>
    <dsp:sp modelId="{5A99163F-C52D-4A9D-B1EE-7A38BF23C135}">
      <dsp:nvSpPr>
        <dsp:cNvPr id="0" name=""/>
        <dsp:cNvSpPr/>
      </dsp:nvSpPr>
      <dsp:spPr>
        <a:xfrm>
          <a:off x="867088" y="757765"/>
          <a:ext cx="716200" cy="358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700" b="1" kern="1200" dirty="0"/>
            <a:t>Fase centrale </a:t>
          </a:r>
          <a:r>
            <a:rPr lang="it-IT" sz="700" b="0" kern="1200" dirty="0"/>
            <a:t>(invariata)</a:t>
          </a:r>
        </a:p>
      </dsp:txBody>
      <dsp:txXfrm>
        <a:off x="867088" y="757765"/>
        <a:ext cx="716200" cy="358100"/>
      </dsp:txXfrm>
    </dsp:sp>
    <dsp:sp modelId="{6FB64DE8-9348-4AA5-AB43-A7FD6EC61168}">
      <dsp:nvSpPr>
        <dsp:cNvPr id="0" name=""/>
        <dsp:cNvSpPr/>
      </dsp:nvSpPr>
      <dsp:spPr>
        <a:xfrm>
          <a:off x="1733532" y="757772"/>
          <a:ext cx="716200" cy="358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700" b="1" kern="1200" dirty="0"/>
            <a:t>Fase di espulsione</a:t>
          </a:r>
          <a:endParaRPr lang="it-IT" sz="700" kern="1200" dirty="0"/>
        </a:p>
      </dsp:txBody>
      <dsp:txXfrm>
        <a:off x="1733532" y="757772"/>
        <a:ext cx="716200" cy="3581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D42C8-CCB0-4413-B0A0-2BD540A5B322}">
      <dsp:nvSpPr>
        <dsp:cNvPr id="0" name=""/>
        <dsp:cNvSpPr/>
      </dsp:nvSpPr>
      <dsp:spPr>
        <a:xfrm>
          <a:off x="0" y="552145"/>
          <a:ext cx="3140953" cy="1256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324000" rIns="142240" bIns="8128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a bassa densità </a:t>
          </a:r>
        </a:p>
      </dsp:txBody>
      <dsp:txXfrm>
        <a:off x="0" y="552145"/>
        <a:ext cx="3140953" cy="1256381"/>
      </dsp:txXfrm>
    </dsp:sp>
    <dsp:sp modelId="{7359ABA5-31FF-427F-BEA8-3912C2DFCCF4}">
      <dsp:nvSpPr>
        <dsp:cNvPr id="0" name=""/>
        <dsp:cNvSpPr/>
      </dsp:nvSpPr>
      <dsp:spPr>
        <a:xfrm>
          <a:off x="3221" y="1808527"/>
          <a:ext cx="3140953" cy="2854800"/>
        </a:xfrm>
        <a:prstGeom prst="rect">
          <a:avLst/>
        </a:prstGeom>
        <a:noFill/>
        <a:ln w="28575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Condizioni necessarie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Soluzioni</a:t>
          </a:r>
        </a:p>
      </dsp:txBody>
      <dsp:txXfrm>
        <a:off x="3221" y="1808527"/>
        <a:ext cx="3140953" cy="2854800"/>
      </dsp:txXfrm>
    </dsp:sp>
    <dsp:sp modelId="{EDE743A5-2E13-4481-880E-933704DAE2CB}">
      <dsp:nvSpPr>
        <dsp:cNvPr id="0" name=""/>
        <dsp:cNvSpPr/>
      </dsp:nvSpPr>
      <dsp:spPr>
        <a:xfrm>
          <a:off x="3583908" y="552145"/>
          <a:ext cx="3140953" cy="1256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324000" rIns="142240" bIns="8128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ad alta densità</a:t>
          </a:r>
          <a:r>
            <a:rPr lang="it-IT" sz="2000" kern="1200" dirty="0"/>
            <a:t> </a:t>
          </a:r>
        </a:p>
      </dsp:txBody>
      <dsp:txXfrm>
        <a:off x="3583908" y="552145"/>
        <a:ext cx="3140953" cy="1256381"/>
      </dsp:txXfrm>
    </dsp:sp>
    <dsp:sp modelId="{3EA1018A-C662-4485-9F68-0F8FE49070E5}">
      <dsp:nvSpPr>
        <dsp:cNvPr id="0" name=""/>
        <dsp:cNvSpPr/>
      </dsp:nvSpPr>
      <dsp:spPr>
        <a:xfrm>
          <a:off x="3583908" y="1808527"/>
          <a:ext cx="3140953" cy="2854800"/>
        </a:xfrm>
        <a:prstGeom prst="rect">
          <a:avLst/>
        </a:prstGeom>
        <a:noFill/>
        <a:ln w="28575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Condizioni necessarie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Soluzioni</a:t>
          </a:r>
        </a:p>
      </dsp:txBody>
      <dsp:txXfrm>
        <a:off x="3583908" y="1808527"/>
        <a:ext cx="3140953" cy="2854800"/>
      </dsp:txXfrm>
    </dsp:sp>
    <dsp:sp modelId="{68F085F5-4ECC-4E53-BF20-BF20C31F7CB9}">
      <dsp:nvSpPr>
        <dsp:cNvPr id="0" name=""/>
        <dsp:cNvSpPr/>
      </dsp:nvSpPr>
      <dsp:spPr>
        <a:xfrm>
          <a:off x="7164595" y="552145"/>
          <a:ext cx="3140953" cy="1256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288000" rIns="135128" bIns="77216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Fase di massima corrente</a:t>
          </a:r>
        </a:p>
      </dsp:txBody>
      <dsp:txXfrm>
        <a:off x="7164595" y="552145"/>
        <a:ext cx="3140953" cy="1256381"/>
      </dsp:txXfrm>
    </dsp:sp>
    <dsp:sp modelId="{E9292AA2-7D83-4C49-8DDE-7DC58B561D87}">
      <dsp:nvSpPr>
        <dsp:cNvPr id="0" name=""/>
        <dsp:cNvSpPr/>
      </dsp:nvSpPr>
      <dsp:spPr>
        <a:xfrm>
          <a:off x="7164595" y="1808527"/>
          <a:ext cx="3140953" cy="2854800"/>
        </a:xfrm>
        <a:prstGeom prst="rect">
          <a:avLst/>
        </a:prstGeom>
        <a:noFill/>
        <a:ln w="28575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I due punti fissi collassano e il reticolo ha la massima corrente permessa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Condizioni necessarie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Soluzioni</a:t>
          </a:r>
        </a:p>
      </dsp:txBody>
      <dsp:txXfrm>
        <a:off x="7164595" y="1808527"/>
        <a:ext cx="3140953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C32C4-0F42-4E68-BE29-9A35138C9407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71C82-27E1-47EB-9F49-B08E7E84CB3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818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71C82-27E1-47EB-9F49-B08E7E84CB3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3087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71C82-27E1-47EB-9F49-B08E7E84CB32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6499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71C82-27E1-47EB-9F49-B08E7E84CB32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80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4D74-4064-C5CB-5AAB-A9C8BE4CE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F0524-3247-7F00-692C-E46EEF34D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1580-BC46-3DFB-B9C7-3784FD88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A99C1-1E41-D925-B18B-EC89E3B1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1FA68-DE78-BCC0-43D9-73007837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879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61F7-9AD7-6799-CFDD-5DEFDE46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E491-82C4-7DC3-8929-71CE4CD09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3D13-9FFE-FFA4-54C8-A277D11B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2AE3-3294-5E02-D815-D10E47F2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41875-DEE0-16B6-AE71-98D04C9E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345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275E-3DFD-FEFF-1654-D627D6C7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DE282-67A6-7200-FA83-7FCA0BEC4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80D24-4807-0A6E-C4CA-DF80619C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94640-02E2-959F-1B78-440E0E16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F7D81-FCB6-056F-BC1C-CB408BCF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50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F285-CF29-5161-6A13-75AFD1DD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B424-32BD-C97C-1667-6EAFE5736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3A358-33E6-19FD-ED64-86A53119F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D7676-A5C0-4123-7B15-9F9E942E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ABB86-C1F1-44F3-3D4F-95FACC70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1A62F-644F-B7B3-0E73-D4C49238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1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FABC-8563-43BC-C30D-B2050D5F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01F0-B5D8-EF19-337A-B5728C5FF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BBC81-B808-4A62-7FBF-8289D17EE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600B1-F1CF-85B4-C959-FB124F3F8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8CF01-22B2-325F-CCA4-7619AAC12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D1E80-39BE-3EA4-E3A4-90BF167A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81806-37FD-368A-F132-7E57E62F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A9FF7-4D4F-EDB0-73CE-C557E3BD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97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89F01-6D5F-27DF-DA39-E7703D99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1866C-F4EB-1A2B-4A39-C6763AD5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1889E-B4CD-6FA1-CFDC-E6803117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F72B8-5F28-3D46-B9C2-8F763777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430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814C1-F8B2-6CD6-98C5-017A489B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3B18C-B0BD-6B59-A038-985284D1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975A4-70A0-FA91-E396-0AEE27E4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319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171A-AC2C-B835-E187-019A06BF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F3F-E99B-55AE-E90D-CE8BF1A89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0F832-6C98-FB5C-0950-CDEB75AEF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A6F0F-D0B2-919C-B9C8-A691643A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707B0-C4D6-C22E-2539-1FD2A370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B4DE6-CE7E-C7A6-0239-7777DA5F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010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1B7F-0227-4C83-18CE-DDDDFCE0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8FD20-CEE1-A181-9A16-E59B9635A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FD8CC-B042-1D08-7D34-CCFD2378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0007A-3535-CFDF-6681-8E162D88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D0B95-A6E4-FDA8-4854-15155789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AC962-EA61-68E1-5A72-8E0FAC86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387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86E9-B936-E2AA-8639-31A6C03A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95452-4F1E-D030-7173-9012C5CF8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0D3F1-96EC-C63A-7270-CC31A0A0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7C4B-D160-8AB6-03BE-214D697E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F3246-26E7-FB11-63A7-57189BCF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45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0D394-175A-A520-E793-618BB3F85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733FC-BE6D-6168-ED7D-445FC34DF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A28E-7C9E-46E3-0D39-D8948133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096C-EF5C-5C85-C821-2992774E3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81E9-B69F-2FFA-600D-3AE1A07A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5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3F6C1-C5CD-B556-4F01-68293D78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723B3-0463-27A2-8115-10D83437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4250D-CCC5-F519-C1D1-93DC748BC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9AC06-17B1-46D8-BB91-DE78165A6CD8}" type="datetimeFigureOut">
              <a:rPr lang="it-IT" smtClean="0"/>
              <a:t>19/02/2025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754D4-27C6-46DF-7DA6-EF52A4C70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7A35A-0130-FE2E-489E-F753E23E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6F5B4-5C96-4A7A-9D09-E631F5EC4CA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457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8.png"/><Relationship Id="rId1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microsoft.com/office/2007/relationships/diagramDrawing" Target="../diagrams/drawing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3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2.xml"/><Relationship Id="rId5" Type="http://schemas.openxmlformats.org/officeDocument/2006/relationships/image" Target="../media/image5.png"/><Relationship Id="rId15" Type="http://schemas.openxmlformats.org/officeDocument/2006/relationships/diagramLayout" Target="../diagrams/layout3.xml"/><Relationship Id="rId10" Type="http://schemas.openxmlformats.org/officeDocument/2006/relationships/diagramQuickStyle" Target="../diagrams/quickStyle2.xml"/><Relationship Id="rId19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diagramLayout" Target="../diagrams/layout2.xml"/><Relationship Id="rId1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openxmlformats.org/officeDocument/2006/relationships/image" Target="../media/image26.png"/><Relationship Id="rId3" Type="http://schemas.microsoft.com/office/2007/relationships/hdphoto" Target="../media/hdphoto1.wdp"/><Relationship Id="rId7" Type="http://schemas.openxmlformats.org/officeDocument/2006/relationships/diagramColors" Target="../diagrams/colors4.xml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24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23.png"/><Relationship Id="rId4" Type="http://schemas.openxmlformats.org/officeDocument/2006/relationships/diagramData" Target="../diagrams/data4.xml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microsoft.com/office/2007/relationships/hdphoto" Target="../media/hdphoto1.wdp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microsoft.com/office/2007/relationships/hdphoto" Target="../media/hdphoto1.wdp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microsoft.com/office/2007/relationships/hdphoto" Target="../media/hdphoto1.wdp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11" Type="http://schemas.microsoft.com/office/2007/relationships/hdphoto" Target="../media/hdphoto1.wdp"/><Relationship Id="rId5" Type="http://schemas.openxmlformats.org/officeDocument/2006/relationships/diagramData" Target="../diagrams/data5.xml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microsoft.com/office/2007/relationships/diagramDrawing" Target="../diagrams/drawing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9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6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0" Type="http://schemas.microsoft.com/office/2007/relationships/hdphoto" Target="../media/hdphoto1.wdp"/><Relationship Id="rId4" Type="http://schemas.openxmlformats.org/officeDocument/2006/relationships/image" Target="../media/image24.png"/><Relationship Id="rId9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76.png"/><Relationship Id="rId12" Type="http://schemas.microsoft.com/office/2007/relationships/hdphoto" Target="../media/hdphoto1.wdp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1.png"/><Relationship Id="rId5" Type="http://schemas.openxmlformats.org/officeDocument/2006/relationships/diagramColors" Target="../diagrams/colors6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13" Type="http://schemas.openxmlformats.org/officeDocument/2006/relationships/image" Target="../media/image1.png"/><Relationship Id="rId3" Type="http://schemas.openxmlformats.org/officeDocument/2006/relationships/image" Target="../media/image76.png"/><Relationship Id="rId7" Type="http://schemas.openxmlformats.org/officeDocument/2006/relationships/diagramColors" Target="../diagrams/colors7.xml"/><Relationship Id="rId12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11" Type="http://schemas.openxmlformats.org/officeDocument/2006/relationships/image" Target="../media/image26.png"/><Relationship Id="rId5" Type="http://schemas.openxmlformats.org/officeDocument/2006/relationships/diagramLayout" Target="../diagrams/layout7.xml"/><Relationship Id="rId10" Type="http://schemas.openxmlformats.org/officeDocument/2006/relationships/image" Target="../media/image25.png"/><Relationship Id="rId4" Type="http://schemas.openxmlformats.org/officeDocument/2006/relationships/diagramData" Target="../diagrams/data7.xml"/><Relationship Id="rId9" Type="http://schemas.openxmlformats.org/officeDocument/2006/relationships/image" Target="../media/image77.png"/><Relationship Id="rId1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88.png"/><Relationship Id="rId2" Type="http://schemas.openxmlformats.org/officeDocument/2006/relationships/diagramData" Target="../diagrams/data8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openxmlformats.org/officeDocument/2006/relationships/image" Target="../media/image84.png"/><Relationship Id="rId5" Type="http://schemas.openxmlformats.org/officeDocument/2006/relationships/diagramColors" Target="../diagrams/colors8.xml"/><Relationship Id="rId15" Type="http://schemas.microsoft.com/office/2007/relationships/hdphoto" Target="../media/hdphoto1.wdp"/><Relationship Id="rId10" Type="http://schemas.openxmlformats.org/officeDocument/2006/relationships/image" Target="../media/image83.pn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82.png"/><Relationship Id="rId1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9.png"/><Relationship Id="rId7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microsoft.com/office/2007/relationships/hdphoto" Target="../media/hdphoto1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7.png"/><Relationship Id="rId7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microsoft.com/office/2007/relationships/hdphoto" Target="../media/hdphoto1.wdp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19C49B-CE1C-E824-4782-2C933BA2A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055" y="241688"/>
            <a:ext cx="2999887" cy="2999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29A775-33E0-4A37-E469-8BFEE7CD9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566" y="2852650"/>
            <a:ext cx="11758863" cy="1516514"/>
          </a:xfrm>
        </p:spPr>
        <p:txBody>
          <a:bodyPr>
            <a:normAutofit/>
          </a:bodyPr>
          <a:lstStyle/>
          <a:p>
            <a:r>
              <a:rPr lang="it-IT" sz="4000" b="1" dirty="0"/>
              <a:t>Totally Asimmetric Simple Exclusion Process: </a:t>
            </a:r>
            <a:br>
              <a:rPr lang="it-IT" sz="4000" b="1" dirty="0"/>
            </a:br>
            <a:r>
              <a:rPr lang="it-IT" sz="4000" b="1" dirty="0"/>
              <a:t>un modello per lo studio della traduzione del mRNA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81412-12F1-5C6D-5CBF-066F09D6FB3A}"/>
              </a:ext>
            </a:extLst>
          </p:cNvPr>
          <p:cNvSpPr txBox="1"/>
          <p:nvPr/>
        </p:nvSpPr>
        <p:spPr>
          <a:xfrm>
            <a:off x="1010653" y="5061102"/>
            <a:ext cx="342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Relatore:</a:t>
            </a:r>
            <a:r>
              <a:rPr lang="it-IT" dirty="0"/>
              <a:t> Prof. Ginelli Francesco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D8C21-9A7C-6175-F90E-E92475265968}"/>
              </a:ext>
            </a:extLst>
          </p:cNvPr>
          <p:cNvGrpSpPr/>
          <p:nvPr/>
        </p:nvGrpSpPr>
        <p:grpSpPr>
          <a:xfrm>
            <a:off x="8739738" y="5061102"/>
            <a:ext cx="2998513" cy="738664"/>
            <a:chOff x="8768614" y="4876436"/>
            <a:chExt cx="2998513" cy="7386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D2AE3A8-24D1-B12E-9276-A318F1B4FC53}"/>
                </a:ext>
              </a:extLst>
            </p:cNvPr>
            <p:cNvSpPr txBox="1"/>
            <p:nvPr/>
          </p:nvSpPr>
          <p:spPr>
            <a:xfrm>
              <a:off x="8768614" y="4876436"/>
              <a:ext cx="2998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Laureando:</a:t>
              </a:r>
              <a:r>
                <a:rPr lang="it-IT" dirty="0"/>
                <a:t> Stefano Arrigoni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5A7CF9-D3C5-2FA1-60C3-7592B44E39B8}"/>
                </a:ext>
              </a:extLst>
            </p:cNvPr>
            <p:cNvSpPr txBox="1"/>
            <p:nvPr/>
          </p:nvSpPr>
          <p:spPr>
            <a:xfrm>
              <a:off x="8768614" y="5245768"/>
              <a:ext cx="2036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Matricola:</a:t>
              </a:r>
              <a:r>
                <a:rPr lang="it-IT" dirty="0"/>
                <a:t> 737870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8F39F12-E8E8-0973-BFA0-253FFCC319B6}"/>
              </a:ext>
            </a:extLst>
          </p:cNvPr>
          <p:cNvSpPr txBox="1"/>
          <p:nvPr/>
        </p:nvSpPr>
        <p:spPr>
          <a:xfrm>
            <a:off x="4539192" y="6044664"/>
            <a:ext cx="3207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Anno Accademico 2023/2024</a:t>
            </a:r>
          </a:p>
        </p:txBody>
      </p:sp>
    </p:spTree>
    <p:extLst>
      <p:ext uri="{BB962C8B-B14F-4D97-AF65-F5344CB8AC3E}">
        <p14:creationId xmlns:p14="http://schemas.microsoft.com/office/powerpoint/2010/main" val="139854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36D9-8230-48EB-E0A0-6761E7B4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15"/>
            <a:ext cx="10515600" cy="1325563"/>
          </a:xfrm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 processo di traduzione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B9625B-2959-5374-6899-6A2150CA8DA7}"/>
              </a:ext>
            </a:extLst>
          </p:cNvPr>
          <p:cNvGrpSpPr/>
          <p:nvPr/>
        </p:nvGrpSpPr>
        <p:grpSpPr>
          <a:xfrm>
            <a:off x="6302875" y="1401878"/>
            <a:ext cx="5544152" cy="5028229"/>
            <a:chOff x="7909457" y="1268767"/>
            <a:chExt cx="4883014" cy="5084597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5A8B8554-C558-158D-B0B4-02A0F3BA85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53922516"/>
                </p:ext>
              </p:extLst>
            </p:nvPr>
          </p:nvGraphicFramePr>
          <p:xfrm>
            <a:off x="7909457" y="1989520"/>
            <a:ext cx="4883014" cy="436384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B9515B-2A45-3113-9219-27D389E6C148}"/>
                </a:ext>
              </a:extLst>
            </p:cNvPr>
            <p:cNvSpPr txBox="1"/>
            <p:nvPr/>
          </p:nvSpPr>
          <p:spPr>
            <a:xfrm>
              <a:off x="8673285" y="1268767"/>
              <a:ext cx="32148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u="sng" dirty="0"/>
                <a:t>Processo biologico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9A70C-F52E-A1AD-734D-56984D03133C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A16084D-9AC3-7C7B-9816-852627737CD6}"/>
              </a:ext>
            </a:extLst>
          </p:cNvPr>
          <p:cNvSpPr txBox="1"/>
          <p:nvPr/>
        </p:nvSpPr>
        <p:spPr>
          <a:xfrm>
            <a:off x="120663" y="76315"/>
            <a:ext cx="269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Introduzione biologica [1]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92B9E-EE10-8167-7172-9BCE9BE5C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pic>
        <p:nvPicPr>
          <p:cNvPr id="13" name="Picture 12" descr="Traduzione">
            <a:extLst>
              <a:ext uri="{FF2B5EF4-FFF2-40B4-BE49-F238E27FC236}">
                <a16:creationId xmlns:a16="http://schemas.microsoft.com/office/drawing/2014/main" id="{67D55658-D685-5432-5240-22AF966804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48" y="1401878"/>
            <a:ext cx="5544152" cy="505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88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8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>
            <a:extLst>
              <a:ext uri="{FF2B5EF4-FFF2-40B4-BE49-F238E27FC236}">
                <a16:creationId xmlns:a16="http://schemas.microsoft.com/office/drawing/2014/main" id="{DE49358A-4634-1258-14A2-07D598940E46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 processo biologico al modello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7A46310-F8BC-FCD1-5213-C21C556E1264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A091B87-56FD-795E-203E-50A2E1DA18E7}"/>
              </a:ext>
            </a:extLst>
          </p:cNvPr>
          <p:cNvSpPr txBox="1"/>
          <p:nvPr/>
        </p:nvSpPr>
        <p:spPr>
          <a:xfrm>
            <a:off x="120663" y="76315"/>
            <a:ext cx="253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Introduzione al modello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136E903-4693-BFC8-B900-162E609A41CE}"/>
              </a:ext>
            </a:extLst>
          </p:cNvPr>
          <p:cNvGrpSpPr/>
          <p:nvPr/>
        </p:nvGrpSpPr>
        <p:grpSpPr>
          <a:xfrm>
            <a:off x="440090" y="1402972"/>
            <a:ext cx="11529982" cy="4284583"/>
            <a:chOff x="0" y="1694987"/>
            <a:chExt cx="11529982" cy="4284583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D93641A-CD04-5F7A-375C-9A66E5D22A67}"/>
                </a:ext>
              </a:extLst>
            </p:cNvPr>
            <p:cNvSpPr txBox="1"/>
            <p:nvPr/>
          </p:nvSpPr>
          <p:spPr>
            <a:xfrm flipH="1">
              <a:off x="2450989" y="4381771"/>
              <a:ext cx="204713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b="1" dirty="0"/>
                <a:t>Subunità grande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2AB85CD-8560-2274-F163-BD3031C9E7AB}"/>
                </a:ext>
              </a:extLst>
            </p:cNvPr>
            <p:cNvSpPr txBox="1"/>
            <p:nvPr/>
          </p:nvSpPr>
          <p:spPr>
            <a:xfrm>
              <a:off x="2482873" y="5324561"/>
              <a:ext cx="18871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900" b="1" dirty="0"/>
                <a:t>Subunità piccola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7699FF0-6CE8-8856-2304-775E0BE0020B}"/>
                </a:ext>
              </a:extLst>
            </p:cNvPr>
            <p:cNvGrpSpPr/>
            <p:nvPr/>
          </p:nvGrpSpPr>
          <p:grpSpPr>
            <a:xfrm>
              <a:off x="0" y="1694987"/>
              <a:ext cx="11529982" cy="4284583"/>
              <a:chOff x="673827" y="3001463"/>
              <a:chExt cx="10856155" cy="376347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8859090-1805-6B82-3347-13874F656123}"/>
                  </a:ext>
                </a:extLst>
              </p:cNvPr>
              <p:cNvSpPr/>
              <p:nvPr/>
            </p:nvSpPr>
            <p:spPr>
              <a:xfrm>
                <a:off x="1225937" y="3001463"/>
                <a:ext cx="9969915" cy="17684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softEdge rad="3175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0" rtlCol="0" anchor="t" anchorCtr="0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r>
                  <a:rPr lang="it-IT" sz="3000" b="1" dirty="0">
                    <a:ln/>
                    <a:solidFill>
                      <a:schemeClr val="accent4"/>
                    </a:solidFill>
                  </a:rPr>
                  <a:t>                        Ribosoma                        particella </a:t>
                </a: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E6179765-C6E0-0A05-C5FB-F8365759EB4F}"/>
                  </a:ext>
                </a:extLst>
              </p:cNvPr>
              <p:cNvGrpSpPr/>
              <p:nvPr/>
            </p:nvGrpSpPr>
            <p:grpSpPr>
              <a:xfrm>
                <a:off x="9361937" y="5372417"/>
                <a:ext cx="2004779" cy="723283"/>
                <a:chOff x="838200" y="5181739"/>
                <a:chExt cx="2004779" cy="723283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FB4DF159-A1D7-9657-BFFC-D91C4FEC95F0}"/>
                    </a:ext>
                  </a:extLst>
                </p:cNvPr>
                <p:cNvCxnSpPr/>
                <p:nvPr/>
              </p:nvCxnSpPr>
              <p:spPr>
                <a:xfrm flipV="1">
                  <a:off x="838200" y="5186565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F96C98C0-5D7C-DB00-E4D4-935E3BCBD15D}"/>
                    </a:ext>
                  </a:extLst>
                </p:cNvPr>
                <p:cNvCxnSpPr/>
                <p:nvPr/>
              </p:nvCxnSpPr>
              <p:spPr>
                <a:xfrm>
                  <a:off x="838200" y="5545793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5EA21CF-2A89-0FE5-F1E9-4DA4A9A37CBF}"/>
                    </a:ext>
                  </a:extLst>
                </p:cNvPr>
                <p:cNvCxnSpPr/>
                <p:nvPr/>
              </p:nvCxnSpPr>
              <p:spPr>
                <a:xfrm flipV="1">
                  <a:off x="1506460" y="5181740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1DAEDFB1-0B5A-0CB9-3F47-F89143770C6B}"/>
                    </a:ext>
                  </a:extLst>
                </p:cNvPr>
                <p:cNvCxnSpPr/>
                <p:nvPr/>
              </p:nvCxnSpPr>
              <p:spPr>
                <a:xfrm>
                  <a:off x="1506460" y="5540968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DA04E1BD-670D-D805-D847-67B847162F64}"/>
                    </a:ext>
                  </a:extLst>
                </p:cNvPr>
                <p:cNvCxnSpPr/>
                <p:nvPr/>
              </p:nvCxnSpPr>
              <p:spPr>
                <a:xfrm flipV="1">
                  <a:off x="2174719" y="5186565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86C40AB8-6E4C-FE5A-C847-AFEF0D5D8850}"/>
                    </a:ext>
                  </a:extLst>
                </p:cNvPr>
                <p:cNvCxnSpPr/>
                <p:nvPr/>
              </p:nvCxnSpPr>
              <p:spPr>
                <a:xfrm>
                  <a:off x="2174719" y="5545793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C0224E2-2F9F-88F7-53B4-4EF8EF1354BB}"/>
                    </a:ext>
                  </a:extLst>
                </p:cNvPr>
                <p:cNvCxnSpPr/>
                <p:nvPr/>
              </p:nvCxnSpPr>
              <p:spPr>
                <a:xfrm flipV="1">
                  <a:off x="2842978" y="5181739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6" name="Picture 65" descr="A dna strand with colorful strips&#10;&#10;AI-generated content may be incorrect.">
                <a:extLst>
                  <a:ext uri="{FF2B5EF4-FFF2-40B4-BE49-F238E27FC236}">
                    <a16:creationId xmlns:a16="http://schemas.microsoft.com/office/drawing/2014/main" id="{EA93B3A2-2AFD-7687-BE21-80F1DA2B6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791434" y="4916919"/>
                <a:ext cx="653449" cy="1848020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D6787E6-E216-704A-A118-CC6167C88ED4}"/>
                  </a:ext>
                </a:extLst>
              </p:cNvPr>
              <p:cNvSpPr txBox="1"/>
              <p:nvPr/>
            </p:nvSpPr>
            <p:spPr>
              <a:xfrm>
                <a:off x="1560067" y="3795391"/>
                <a:ext cx="9969915" cy="486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r>
                  <a:rPr lang="it-IT" sz="3000" b="1" dirty="0">
                    <a:ln/>
                    <a:solidFill>
                      <a:schemeClr val="accent4"/>
                    </a:solidFill>
                  </a:rPr>
                  <a:t> Filamento di mRNA                      reticolo unidimensionale                         </a:t>
                </a: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3397234A-35EC-5BB6-9A95-B2C22B5F3D34}"/>
                  </a:ext>
                </a:extLst>
              </p:cNvPr>
              <p:cNvCxnSpPr/>
              <p:nvPr/>
            </p:nvCxnSpPr>
            <p:spPr>
              <a:xfrm>
                <a:off x="5111305" y="3547124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1B82E1B-43EC-8262-C4C4-45FDFFC9CEFD}"/>
                  </a:ext>
                </a:extLst>
              </p:cNvPr>
              <p:cNvCxnSpPr/>
              <p:nvPr/>
            </p:nvCxnSpPr>
            <p:spPr>
              <a:xfrm>
                <a:off x="5111305" y="4024582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2A0A26D7-FCCB-6A34-DADF-11D4472FFA91}"/>
                  </a:ext>
                </a:extLst>
              </p:cNvPr>
              <p:cNvCxnSpPr/>
              <p:nvPr/>
            </p:nvCxnSpPr>
            <p:spPr>
              <a:xfrm>
                <a:off x="7881541" y="5731645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Flowchart: Connector 82">
                <a:extLst>
                  <a:ext uri="{FF2B5EF4-FFF2-40B4-BE49-F238E27FC236}">
                    <a16:creationId xmlns:a16="http://schemas.microsoft.com/office/drawing/2014/main" id="{B8F94519-21C0-A2DB-170F-58BAF6B9C2AE}"/>
                  </a:ext>
                </a:extLst>
              </p:cNvPr>
              <p:cNvSpPr/>
              <p:nvPr/>
            </p:nvSpPr>
            <p:spPr>
              <a:xfrm>
                <a:off x="5385365" y="5379720"/>
                <a:ext cx="413655" cy="40930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9A08304F-40D3-AC58-B5A6-371941557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827" y="4536519"/>
                <a:ext cx="2358791" cy="2054573"/>
              </a:xfrm>
              <a:prstGeom prst="rect">
                <a:avLst/>
              </a:prstGeom>
            </p:spPr>
          </p:pic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01E18F6F-42DB-2953-6DFF-68CC1C1C45AF}"/>
                  </a:ext>
                </a:extLst>
              </p:cNvPr>
              <p:cNvCxnSpPr/>
              <p:nvPr/>
            </p:nvCxnSpPr>
            <p:spPr>
              <a:xfrm>
                <a:off x="4088792" y="5601016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711605E-C959-9D90-A782-F0202F088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CF8159F2-B71A-66BA-7A8A-AD164EACBB4F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 processo biologico al modello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7C18CA-0FD4-05FD-98FB-4E86A4A981AA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BA009C3-F8E2-EBA3-A8FC-B86D84DC03FB}"/>
              </a:ext>
            </a:extLst>
          </p:cNvPr>
          <p:cNvGrpSpPr/>
          <p:nvPr/>
        </p:nvGrpSpPr>
        <p:grpSpPr>
          <a:xfrm>
            <a:off x="440090" y="1402972"/>
            <a:ext cx="11529982" cy="4284583"/>
            <a:chOff x="0" y="1694987"/>
            <a:chExt cx="11529982" cy="428458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552D99-DE2B-4255-944A-8729A6026540}"/>
                </a:ext>
              </a:extLst>
            </p:cNvPr>
            <p:cNvSpPr txBox="1"/>
            <p:nvPr/>
          </p:nvSpPr>
          <p:spPr>
            <a:xfrm flipH="1">
              <a:off x="2450989" y="4381771"/>
              <a:ext cx="204713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b="1" dirty="0"/>
                <a:t>Subunità grande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3D30DC-ACE0-47AD-61B2-9377C0F39AF8}"/>
                </a:ext>
              </a:extLst>
            </p:cNvPr>
            <p:cNvSpPr txBox="1"/>
            <p:nvPr/>
          </p:nvSpPr>
          <p:spPr>
            <a:xfrm>
              <a:off x="2482873" y="5324561"/>
              <a:ext cx="18871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900" b="1" dirty="0"/>
                <a:t>Subunità piccola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CF0CD44-F8F3-371F-3F1D-C4DDB894DE59}"/>
                </a:ext>
              </a:extLst>
            </p:cNvPr>
            <p:cNvGrpSpPr/>
            <p:nvPr/>
          </p:nvGrpSpPr>
          <p:grpSpPr>
            <a:xfrm>
              <a:off x="0" y="1694987"/>
              <a:ext cx="11529982" cy="4284583"/>
              <a:chOff x="673827" y="3001463"/>
              <a:chExt cx="10856155" cy="376347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9057944-3E50-B6DE-9BBC-58515FAF470F}"/>
                  </a:ext>
                </a:extLst>
              </p:cNvPr>
              <p:cNvSpPr/>
              <p:nvPr/>
            </p:nvSpPr>
            <p:spPr>
              <a:xfrm>
                <a:off x="1225937" y="3001463"/>
                <a:ext cx="9969915" cy="17684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softEdge rad="3175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0" rtlCol="0" anchor="t" anchorCtr="0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r>
                  <a:rPr lang="it-IT" sz="3000" b="1" dirty="0">
                    <a:ln/>
                    <a:solidFill>
                      <a:schemeClr val="accent4"/>
                    </a:solidFill>
                  </a:rPr>
                  <a:t>                        Ribosoma                        particella </a:t>
                </a: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C7F8169-23EF-C6CC-B90B-356134B312E4}"/>
                  </a:ext>
                </a:extLst>
              </p:cNvPr>
              <p:cNvGrpSpPr/>
              <p:nvPr/>
            </p:nvGrpSpPr>
            <p:grpSpPr>
              <a:xfrm>
                <a:off x="9361937" y="5372417"/>
                <a:ext cx="2004779" cy="723283"/>
                <a:chOff x="838200" y="5181739"/>
                <a:chExt cx="2004779" cy="723283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1209EAA8-E06D-9593-A74E-0C85AD88DADC}"/>
                    </a:ext>
                  </a:extLst>
                </p:cNvPr>
                <p:cNvCxnSpPr/>
                <p:nvPr/>
              </p:nvCxnSpPr>
              <p:spPr>
                <a:xfrm flipV="1">
                  <a:off x="838200" y="5186565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9FF12FA-0299-463F-78A5-77843E623D83}"/>
                    </a:ext>
                  </a:extLst>
                </p:cNvPr>
                <p:cNvCxnSpPr/>
                <p:nvPr/>
              </p:nvCxnSpPr>
              <p:spPr>
                <a:xfrm>
                  <a:off x="838200" y="5545793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C71B0B8-F65A-6175-7A64-481EFD3ACDBE}"/>
                    </a:ext>
                  </a:extLst>
                </p:cNvPr>
                <p:cNvCxnSpPr/>
                <p:nvPr/>
              </p:nvCxnSpPr>
              <p:spPr>
                <a:xfrm flipV="1">
                  <a:off x="1506460" y="5181740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E0476052-0717-B062-D034-BDA6C3B2BE55}"/>
                    </a:ext>
                  </a:extLst>
                </p:cNvPr>
                <p:cNvCxnSpPr/>
                <p:nvPr/>
              </p:nvCxnSpPr>
              <p:spPr>
                <a:xfrm>
                  <a:off x="1506460" y="5540968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2DA792FF-7C7A-ADDA-311E-40EA8B05EFBB}"/>
                    </a:ext>
                  </a:extLst>
                </p:cNvPr>
                <p:cNvCxnSpPr/>
                <p:nvPr/>
              </p:nvCxnSpPr>
              <p:spPr>
                <a:xfrm flipV="1">
                  <a:off x="2174719" y="5186565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79271B96-8711-EE62-A243-7B2204F27E95}"/>
                    </a:ext>
                  </a:extLst>
                </p:cNvPr>
                <p:cNvCxnSpPr/>
                <p:nvPr/>
              </p:nvCxnSpPr>
              <p:spPr>
                <a:xfrm>
                  <a:off x="2174719" y="5545793"/>
                  <a:ext cx="66826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95F3F429-DD74-DD4F-96C2-77EB368C3BC0}"/>
                    </a:ext>
                  </a:extLst>
                </p:cNvPr>
                <p:cNvCxnSpPr/>
                <p:nvPr/>
              </p:nvCxnSpPr>
              <p:spPr>
                <a:xfrm flipV="1">
                  <a:off x="2842978" y="5181739"/>
                  <a:ext cx="0" cy="71845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3" name="Picture 52" descr="A dna strand with colorful strips&#10;&#10;AI-generated content may be incorrect.">
                <a:extLst>
                  <a:ext uri="{FF2B5EF4-FFF2-40B4-BE49-F238E27FC236}">
                    <a16:creationId xmlns:a16="http://schemas.microsoft.com/office/drawing/2014/main" id="{51B27D75-3D38-1721-74EF-9F22FDEC35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791434" y="4916919"/>
                <a:ext cx="653449" cy="1848020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065E67E-2B8E-37A2-06FA-E2DCE14E347F}"/>
                  </a:ext>
                </a:extLst>
              </p:cNvPr>
              <p:cNvSpPr txBox="1"/>
              <p:nvPr/>
            </p:nvSpPr>
            <p:spPr>
              <a:xfrm>
                <a:off x="1560067" y="3795391"/>
                <a:ext cx="9969915" cy="486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r>
                  <a:rPr lang="it-IT" sz="3000" b="1" dirty="0">
                    <a:ln/>
                    <a:solidFill>
                      <a:schemeClr val="accent4"/>
                    </a:solidFill>
                  </a:rPr>
                  <a:t> Filamento di mRNA                      reticolo unidimensionale                         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14EBBD71-0F40-5557-2ABB-79A575DFEB71}"/>
                  </a:ext>
                </a:extLst>
              </p:cNvPr>
              <p:cNvCxnSpPr/>
              <p:nvPr/>
            </p:nvCxnSpPr>
            <p:spPr>
              <a:xfrm>
                <a:off x="5111305" y="3547124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73A625DF-2FD7-0728-A94E-EAB10832B8EA}"/>
                  </a:ext>
                </a:extLst>
              </p:cNvPr>
              <p:cNvCxnSpPr/>
              <p:nvPr/>
            </p:nvCxnSpPr>
            <p:spPr>
              <a:xfrm>
                <a:off x="5111305" y="4024582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A2A21D78-A1AB-78A8-BB76-D8754F5A2A3C}"/>
                  </a:ext>
                </a:extLst>
              </p:cNvPr>
              <p:cNvCxnSpPr/>
              <p:nvPr/>
            </p:nvCxnSpPr>
            <p:spPr>
              <a:xfrm>
                <a:off x="7881541" y="5731645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Flowchart: Connector 57">
                <a:extLst>
                  <a:ext uri="{FF2B5EF4-FFF2-40B4-BE49-F238E27FC236}">
                    <a16:creationId xmlns:a16="http://schemas.microsoft.com/office/drawing/2014/main" id="{268ECB58-1986-5D30-29A4-FC361630D38F}"/>
                  </a:ext>
                </a:extLst>
              </p:cNvPr>
              <p:cNvSpPr/>
              <p:nvPr/>
            </p:nvSpPr>
            <p:spPr>
              <a:xfrm>
                <a:off x="5385365" y="5379720"/>
                <a:ext cx="413655" cy="40930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3C556F62-C1C6-7D50-393F-3B1BAED25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827" y="4536519"/>
                <a:ext cx="2358791" cy="2054573"/>
              </a:xfrm>
              <a:prstGeom prst="rect">
                <a:avLst/>
              </a:prstGeom>
            </p:spPr>
          </p:pic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16E30C6-0837-54A3-EF99-455A74CCC619}"/>
                  </a:ext>
                </a:extLst>
              </p:cNvPr>
              <p:cNvCxnSpPr/>
              <p:nvPr/>
            </p:nvCxnSpPr>
            <p:spPr>
              <a:xfrm>
                <a:off x="4088792" y="5601016"/>
                <a:ext cx="99060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770A8885-EC5B-B918-9A34-DD7079007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8124F36-6C3C-04BC-4A1B-5831D0C9B964}"/>
              </a:ext>
            </a:extLst>
          </p:cNvPr>
          <p:cNvGrpSpPr/>
          <p:nvPr/>
        </p:nvGrpSpPr>
        <p:grpSpPr>
          <a:xfrm>
            <a:off x="2342209" y="2138129"/>
            <a:ext cx="7607334" cy="2895440"/>
            <a:chOff x="2127380" y="1965094"/>
            <a:chExt cx="7607334" cy="2895440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0BB9BAD-3ED2-16C4-0850-AF578CA811A3}"/>
                </a:ext>
              </a:extLst>
            </p:cNvPr>
            <p:cNvSpPr/>
            <p:nvPr/>
          </p:nvSpPr>
          <p:spPr>
            <a:xfrm>
              <a:off x="2127380" y="1965094"/>
              <a:ext cx="7607334" cy="28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0C55076-51F4-1400-CCCB-5509C62C51E5}"/>
                </a:ext>
              </a:extLst>
            </p:cNvPr>
            <p:cNvGrpSpPr/>
            <p:nvPr/>
          </p:nvGrpSpPr>
          <p:grpSpPr>
            <a:xfrm>
              <a:off x="2811012" y="2427568"/>
              <a:ext cx="6266639" cy="1711887"/>
              <a:chOff x="3973287" y="3826178"/>
              <a:chExt cx="5346072" cy="1485633"/>
            </a:xfrm>
            <a:solidFill>
              <a:schemeClr val="accent1"/>
            </a:solidFill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ABE5A4B3-8FF7-F35A-76FA-9DF636FF4BCE}"/>
                  </a:ext>
                </a:extLst>
              </p:cNvPr>
              <p:cNvGrpSpPr/>
              <p:nvPr/>
            </p:nvGrpSpPr>
            <p:grpSpPr>
              <a:xfrm>
                <a:off x="3973287" y="4484496"/>
                <a:ext cx="3341296" cy="827315"/>
                <a:chOff x="2743200" y="4267199"/>
                <a:chExt cx="3341296" cy="827315"/>
              </a:xfrm>
              <a:grpFill/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8F6F43B1-EA21-71D1-6EE7-D288E033DE51}"/>
                    </a:ext>
                  </a:extLst>
                </p:cNvPr>
                <p:cNvGrpSpPr/>
                <p:nvPr/>
              </p:nvGrpSpPr>
              <p:grpSpPr>
                <a:xfrm>
                  <a:off x="2743200" y="4376057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A08884CF-FE9D-7E1F-68CA-AEC1DE7A5C4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DC331B1F-A0A5-3076-446A-1E877C06FB1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B6DC5ED9-2FF0-21D2-79AA-1068849DB6C2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BADD5DE6-F2E6-DD5B-6502-01D01454B1A1}"/>
                    </a:ext>
                  </a:extLst>
                </p:cNvPr>
                <p:cNvGrpSpPr/>
                <p:nvPr/>
              </p:nvGrpSpPr>
              <p:grpSpPr>
                <a:xfrm>
                  <a:off x="3411460" y="4371232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A2775952-DEDC-87CB-761C-EB2B383F023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84E291C7-EEE2-6E6D-5653-E59F5D438F8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971FF4A0-3871-27DC-0145-3D7B2164AE81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A48E7DD4-4566-A49D-8782-F4046F8721D3}"/>
                    </a:ext>
                  </a:extLst>
                </p:cNvPr>
                <p:cNvGrpSpPr/>
                <p:nvPr/>
              </p:nvGrpSpPr>
              <p:grpSpPr>
                <a:xfrm>
                  <a:off x="4079719" y="4376057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0BEEC074-F27A-29F1-32C9-34F329980E2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99D97C77-7E04-0689-4E05-53088ED2CD7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7BF007F5-24F4-A3B8-B439-B63B613498EF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1CB994F8-0AD2-C278-09B3-E81EEA8A3143}"/>
                    </a:ext>
                  </a:extLst>
                </p:cNvPr>
                <p:cNvGrpSpPr/>
                <p:nvPr/>
              </p:nvGrpSpPr>
              <p:grpSpPr>
                <a:xfrm>
                  <a:off x="4747978" y="4371231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9B81E8B6-D355-2D53-E4DD-2DBD0939B00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53A6AF47-E30C-E2DD-FBF0-1E90BE673EB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42927BDA-8600-DB93-2A32-3B730D9EA886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74AA98DB-E23C-EFD5-7757-FD4AB4833E97}"/>
                    </a:ext>
                  </a:extLst>
                </p:cNvPr>
                <p:cNvGrpSpPr/>
                <p:nvPr/>
              </p:nvGrpSpPr>
              <p:grpSpPr>
                <a:xfrm>
                  <a:off x="5416236" y="4376057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5632E6CC-0973-F20B-DA18-5A1305BD809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65215BD9-7F9B-5115-0FA2-A9C8D8F6D0C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68618751-ED62-16B3-8320-6A547FD522AC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3287E8B3-76D1-0883-2E20-B66D9DAF6635}"/>
                    </a:ext>
                  </a:extLst>
                </p:cNvPr>
                <p:cNvSpPr/>
                <p:nvPr/>
              </p:nvSpPr>
              <p:spPr>
                <a:xfrm>
                  <a:off x="2880478" y="4267199"/>
                  <a:ext cx="413655" cy="409302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</p:grpSp>
          <p:sp>
            <p:nvSpPr>
              <p:cNvPr id="71" name="Arrow: Curved Down 70">
                <a:extLst>
                  <a:ext uri="{FF2B5EF4-FFF2-40B4-BE49-F238E27FC236}">
                    <a16:creationId xmlns:a16="http://schemas.microsoft.com/office/drawing/2014/main" id="{44388E2E-130A-0091-6ABC-7619EADE0E3D}"/>
                  </a:ext>
                </a:extLst>
              </p:cNvPr>
              <p:cNvSpPr/>
              <p:nvPr/>
            </p:nvSpPr>
            <p:spPr>
              <a:xfrm>
                <a:off x="4389720" y="4105398"/>
                <a:ext cx="668259" cy="353827"/>
              </a:xfrm>
              <a:prstGeom prst="curvedDownArrow">
                <a:avLst>
                  <a:gd name="adj1" fmla="val 25000"/>
                  <a:gd name="adj2" fmla="val 46097"/>
                  <a:gd name="adj3" fmla="val 28862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Flowchart: Connector 71">
                <a:extLst>
                  <a:ext uri="{FF2B5EF4-FFF2-40B4-BE49-F238E27FC236}">
                    <a16:creationId xmlns:a16="http://schemas.microsoft.com/office/drawing/2014/main" id="{EB98F2DF-7453-BAA2-525B-59BDEF3B6133}"/>
                  </a:ext>
                </a:extLst>
              </p:cNvPr>
              <p:cNvSpPr/>
              <p:nvPr/>
            </p:nvSpPr>
            <p:spPr>
              <a:xfrm>
                <a:off x="6095393" y="4474007"/>
                <a:ext cx="413655" cy="409302"/>
              </a:xfrm>
              <a:prstGeom prst="flowChartConnector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F13FFB63-C519-95C9-DCB6-1283ECE6568D}"/>
                  </a:ext>
                </a:extLst>
              </p:cNvPr>
              <p:cNvGrpSpPr/>
              <p:nvPr/>
            </p:nvGrpSpPr>
            <p:grpSpPr>
              <a:xfrm>
                <a:off x="5571060" y="3862047"/>
                <a:ext cx="668261" cy="547513"/>
                <a:chOff x="5571060" y="3862047"/>
                <a:chExt cx="668261" cy="547513"/>
              </a:xfrm>
              <a:grpFill/>
            </p:grpSpPr>
            <p:sp>
              <p:nvSpPr>
                <p:cNvPr id="93" name="Arrow: Curved Down 92">
                  <a:extLst>
                    <a:ext uri="{FF2B5EF4-FFF2-40B4-BE49-F238E27FC236}">
                      <a16:creationId xmlns:a16="http://schemas.microsoft.com/office/drawing/2014/main" id="{C8361E17-7ADC-853F-3801-8A17A94C9910}"/>
                    </a:ext>
                  </a:extLst>
                </p:cNvPr>
                <p:cNvSpPr/>
                <p:nvPr/>
              </p:nvSpPr>
              <p:spPr>
                <a:xfrm flipH="1">
                  <a:off x="5571060" y="4048256"/>
                  <a:ext cx="668261" cy="361304"/>
                </a:xfrm>
                <a:prstGeom prst="curvedDownArrow">
                  <a:avLst>
                    <a:gd name="adj1" fmla="val 25000"/>
                    <a:gd name="adj2" fmla="val 46097"/>
                    <a:gd name="adj3" fmla="val 28862"/>
                  </a:avLst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Multiplication Sign 93">
                  <a:extLst>
                    <a:ext uri="{FF2B5EF4-FFF2-40B4-BE49-F238E27FC236}">
                      <a16:creationId xmlns:a16="http://schemas.microsoft.com/office/drawing/2014/main" id="{926EA2E7-9FE1-9FAC-912E-DB92B4F0EB49}"/>
                    </a:ext>
                  </a:extLst>
                </p:cNvPr>
                <p:cNvSpPr/>
                <p:nvPr/>
              </p:nvSpPr>
              <p:spPr>
                <a:xfrm>
                  <a:off x="5652000" y="3862047"/>
                  <a:ext cx="522516" cy="486701"/>
                </a:xfrm>
                <a:prstGeom prst="mathMultiply">
                  <a:avLst>
                    <a:gd name="adj1" fmla="val 11648"/>
                  </a:avLst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79829639-4ACC-341B-2B57-4859E6174A51}"/>
                  </a:ext>
                </a:extLst>
              </p:cNvPr>
              <p:cNvGrpSpPr/>
              <p:nvPr/>
            </p:nvGrpSpPr>
            <p:grpSpPr>
              <a:xfrm>
                <a:off x="7314580" y="4471862"/>
                <a:ext cx="2004779" cy="827315"/>
                <a:chOff x="2743200" y="4267199"/>
                <a:chExt cx="2004779" cy="827315"/>
              </a:xfrm>
              <a:grpFill/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93B11B1C-DD73-BCFC-D12C-FCAB055B221F}"/>
                    </a:ext>
                  </a:extLst>
                </p:cNvPr>
                <p:cNvGrpSpPr/>
                <p:nvPr/>
              </p:nvGrpSpPr>
              <p:grpSpPr>
                <a:xfrm>
                  <a:off x="2743200" y="4376057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E9E6AEF1-83F9-6A89-D46D-5B9F32B414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3C23E0E8-AB3E-C309-2E6D-3306AFDE50E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F9B77AC0-047C-BBE7-3C6C-9B6156AB49AD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64B0A25D-1524-BB94-C783-8D4FBA31957C}"/>
                    </a:ext>
                  </a:extLst>
                </p:cNvPr>
                <p:cNvGrpSpPr/>
                <p:nvPr/>
              </p:nvGrpSpPr>
              <p:grpSpPr>
                <a:xfrm>
                  <a:off x="3411460" y="4371232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B1F4E1DE-15D8-EB38-09CB-527A790BBC5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B8A373DD-BDA9-49D6-EE4E-35EDBF8B2BE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7F4216ED-9818-2DA7-1D08-F547ADB419AA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E119FB55-3A45-3C27-C9AC-6F5DA923B5F4}"/>
                    </a:ext>
                  </a:extLst>
                </p:cNvPr>
                <p:cNvGrpSpPr/>
                <p:nvPr/>
              </p:nvGrpSpPr>
              <p:grpSpPr>
                <a:xfrm>
                  <a:off x="4079719" y="4376057"/>
                  <a:ext cx="668260" cy="718457"/>
                  <a:chOff x="2743200" y="4376057"/>
                  <a:chExt cx="668260" cy="718457"/>
                </a:xfrm>
                <a:grpFill/>
              </p:grpSpPr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50D7BF60-9B15-4C39-3063-5D30120A261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320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97FFDBBA-4E5A-9156-7FF1-7DDD48ECDC1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11460" y="4376057"/>
                    <a:ext cx="0" cy="718457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32FE5FD1-940E-BDF3-60C5-A42C54300AD2}"/>
                      </a:ext>
                    </a:extLst>
                  </p:cNvPr>
                  <p:cNvCxnSpPr/>
                  <p:nvPr/>
                </p:nvCxnSpPr>
                <p:spPr>
                  <a:xfrm>
                    <a:off x="2743200" y="4735285"/>
                    <a:ext cx="66826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EA3E681D-C395-5C74-A745-459E8FD2D3CC}"/>
                    </a:ext>
                  </a:extLst>
                </p:cNvPr>
                <p:cNvCxnSpPr/>
                <p:nvPr/>
              </p:nvCxnSpPr>
              <p:spPr>
                <a:xfrm flipV="1">
                  <a:off x="4747978" y="4371231"/>
                  <a:ext cx="0" cy="718457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3" name="Flowchart: Connector 82">
                  <a:extLst>
                    <a:ext uri="{FF2B5EF4-FFF2-40B4-BE49-F238E27FC236}">
                      <a16:creationId xmlns:a16="http://schemas.microsoft.com/office/drawing/2014/main" id="{59FEA83E-77F0-5847-BFC3-706AFD6E7CE1}"/>
                    </a:ext>
                  </a:extLst>
                </p:cNvPr>
                <p:cNvSpPr/>
                <p:nvPr/>
              </p:nvSpPr>
              <p:spPr>
                <a:xfrm>
                  <a:off x="2880478" y="4267199"/>
                  <a:ext cx="413655" cy="409302"/>
                </a:xfrm>
                <a:prstGeom prst="flowChartConnector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</p:grpSp>
          <p:sp>
            <p:nvSpPr>
              <p:cNvPr id="75" name="Flowchart: Connector 74">
                <a:extLst>
                  <a:ext uri="{FF2B5EF4-FFF2-40B4-BE49-F238E27FC236}">
                    <a16:creationId xmlns:a16="http://schemas.microsoft.com/office/drawing/2014/main" id="{0471DE4D-ABA2-8262-D675-2895A9E1AE6C}"/>
                  </a:ext>
                </a:extLst>
              </p:cNvPr>
              <p:cNvSpPr/>
              <p:nvPr/>
            </p:nvSpPr>
            <p:spPr>
              <a:xfrm>
                <a:off x="8110142" y="4458195"/>
                <a:ext cx="413655" cy="409302"/>
              </a:xfrm>
              <a:prstGeom prst="flowChartConnector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220679B-3ED4-E1D4-52FE-8F43AD684FF1}"/>
                  </a:ext>
                </a:extLst>
              </p:cNvPr>
              <p:cNvGrpSpPr/>
              <p:nvPr/>
            </p:nvGrpSpPr>
            <p:grpSpPr>
              <a:xfrm flipH="1">
                <a:off x="7672623" y="3826178"/>
                <a:ext cx="668261" cy="547513"/>
                <a:chOff x="5515339" y="3892974"/>
                <a:chExt cx="668261" cy="547513"/>
              </a:xfrm>
              <a:grpFill/>
            </p:grpSpPr>
            <p:sp>
              <p:nvSpPr>
                <p:cNvPr id="77" name="Arrow: Curved Down 76">
                  <a:extLst>
                    <a:ext uri="{FF2B5EF4-FFF2-40B4-BE49-F238E27FC236}">
                      <a16:creationId xmlns:a16="http://schemas.microsoft.com/office/drawing/2014/main" id="{431E9538-2A92-A31E-5403-CA8A6C6C3C94}"/>
                    </a:ext>
                  </a:extLst>
                </p:cNvPr>
                <p:cNvSpPr/>
                <p:nvPr/>
              </p:nvSpPr>
              <p:spPr>
                <a:xfrm flipH="1">
                  <a:off x="5515339" y="4079183"/>
                  <a:ext cx="668261" cy="361304"/>
                </a:xfrm>
                <a:prstGeom prst="curvedDownArrow">
                  <a:avLst>
                    <a:gd name="adj1" fmla="val 25000"/>
                    <a:gd name="adj2" fmla="val 46097"/>
                    <a:gd name="adj3" fmla="val 28862"/>
                  </a:avLst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Multiplication Sign 77">
                  <a:extLst>
                    <a:ext uri="{FF2B5EF4-FFF2-40B4-BE49-F238E27FC236}">
                      <a16:creationId xmlns:a16="http://schemas.microsoft.com/office/drawing/2014/main" id="{C208D1D7-1CD2-8806-0D4A-1208D339F521}"/>
                    </a:ext>
                  </a:extLst>
                </p:cNvPr>
                <p:cNvSpPr/>
                <p:nvPr/>
              </p:nvSpPr>
              <p:spPr>
                <a:xfrm>
                  <a:off x="5596279" y="3892974"/>
                  <a:ext cx="522516" cy="486701"/>
                </a:xfrm>
                <a:prstGeom prst="mathMultiply">
                  <a:avLst>
                    <a:gd name="adj1" fmla="val 11648"/>
                  </a:avLst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514B20B-BF22-463C-FBA9-68073843C810}"/>
                </a:ext>
              </a:extLst>
            </p:cNvPr>
            <p:cNvSpPr txBox="1"/>
            <p:nvPr/>
          </p:nvSpPr>
          <p:spPr>
            <a:xfrm>
              <a:off x="3202677" y="2197220"/>
              <a:ext cx="2162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Totally Asimmetric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F219955-7F85-DC4C-DA91-CFB1D3B2A0E2}"/>
                </a:ext>
              </a:extLst>
            </p:cNvPr>
            <p:cNvSpPr txBox="1"/>
            <p:nvPr/>
          </p:nvSpPr>
          <p:spPr>
            <a:xfrm>
              <a:off x="6530775" y="2140247"/>
              <a:ext cx="19975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Simple exclusion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9F1F78E-BFB6-9320-7996-0FFC1C661F59}"/>
                </a:ext>
              </a:extLst>
            </p:cNvPr>
            <p:cNvSpPr txBox="1"/>
            <p:nvPr/>
          </p:nvSpPr>
          <p:spPr>
            <a:xfrm>
              <a:off x="2342174" y="4214368"/>
              <a:ext cx="72043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u="sng" dirty="0"/>
                <a:t> Sequenzialità del processo biologico</a:t>
              </a:r>
              <a:r>
                <a:rPr lang="it-IT" sz="1600" dirty="0"/>
                <a:t>         </a:t>
              </a:r>
              <a:r>
                <a:rPr lang="it-IT" sz="1600" u="sng" dirty="0"/>
                <a:t>I ribosomi non si possono sovrapporre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C271FB-A193-CED1-675C-56EA3649D075}"/>
              </a:ext>
            </a:extLst>
          </p:cNvPr>
          <p:cNvSpPr txBox="1"/>
          <p:nvPr/>
        </p:nvSpPr>
        <p:spPr>
          <a:xfrm>
            <a:off x="120663" y="76315"/>
            <a:ext cx="253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Introduzione al modello</a:t>
            </a:r>
          </a:p>
        </p:txBody>
      </p:sp>
    </p:spTree>
    <p:extLst>
      <p:ext uri="{BB962C8B-B14F-4D97-AF65-F5344CB8AC3E}">
        <p14:creationId xmlns:p14="http://schemas.microsoft.com/office/powerpoint/2010/main" val="421328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>
            <a:extLst>
              <a:ext uri="{FF2B5EF4-FFF2-40B4-BE49-F238E27FC236}">
                <a16:creationId xmlns:a16="http://schemas.microsoft.com/office/drawing/2014/main" id="{5ABEACDC-166D-E374-366C-8952CD90B10F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Letteratura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E1F60E-B4D2-4D67-8D95-5AB95A54A0C0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4DC8B97-EC39-91C2-816E-11A4F356057C}"/>
              </a:ext>
            </a:extLst>
          </p:cNvPr>
          <p:cNvSpPr txBox="1"/>
          <p:nvPr/>
        </p:nvSpPr>
        <p:spPr>
          <a:xfrm>
            <a:off x="120663" y="76315"/>
            <a:ext cx="128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Letteratura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8476B8E-81A3-7C74-6D9A-20E6F9720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B3D784C-2716-7724-3D01-8BD620D826C7}"/>
              </a:ext>
            </a:extLst>
          </p:cNvPr>
          <p:cNvGrpSpPr/>
          <p:nvPr/>
        </p:nvGrpSpPr>
        <p:grpSpPr>
          <a:xfrm>
            <a:off x="686285" y="2610239"/>
            <a:ext cx="10819429" cy="1637522"/>
            <a:chOff x="643811" y="1791478"/>
            <a:chExt cx="10819429" cy="1637522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69BDD9C-3C1E-761C-BDC7-D38ABCD692D1}"/>
                </a:ext>
              </a:extLst>
            </p:cNvPr>
            <p:cNvSpPr/>
            <p:nvPr/>
          </p:nvSpPr>
          <p:spPr>
            <a:xfrm>
              <a:off x="643811" y="1791478"/>
              <a:ext cx="982800" cy="1637522"/>
            </a:xfrm>
            <a:prstGeom prst="rect">
              <a:avLst/>
            </a:prstGeom>
            <a:effectLst>
              <a:softEdge rad="12700"/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TASEP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7724ACB4-BBAC-39CF-446E-711B2C6713D6}"/>
                </a:ext>
              </a:extLst>
            </p:cNvPr>
            <p:cNvSpPr/>
            <p:nvPr/>
          </p:nvSpPr>
          <p:spPr>
            <a:xfrm>
              <a:off x="1626611" y="1791478"/>
              <a:ext cx="9836629" cy="1637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C4701C62-F12B-C567-0DA4-F149D9809D07}"/>
              </a:ext>
            </a:extLst>
          </p:cNvPr>
          <p:cNvSpPr txBox="1"/>
          <p:nvPr/>
        </p:nvSpPr>
        <p:spPr>
          <a:xfrm>
            <a:off x="1924120" y="2828835"/>
            <a:ext cx="9326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C. T. MacDonald, J. H. Gibbs, and A. C. Pipkin. </a:t>
            </a:r>
            <a:r>
              <a:rPr lang="it-IT" sz="18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Kinetics of biopolymerization on nucleic acid templates. Biopolymers, Jan 1968.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C. T. MacDonald and J. H. Gibbs.</a:t>
            </a:r>
            <a:r>
              <a:rPr lang="en-US" sz="1800" i="1" dirty="0"/>
              <a:t> Concerning the kinetics of polypeptide synthesis on polyribosomes. Biopolymers, Feb 1969.</a:t>
            </a:r>
            <a:endParaRPr lang="it-IT" sz="1800" i="1" dirty="0"/>
          </a:p>
        </p:txBody>
      </p:sp>
    </p:spTree>
    <p:extLst>
      <p:ext uri="{BB962C8B-B14F-4D97-AF65-F5344CB8AC3E}">
        <p14:creationId xmlns:p14="http://schemas.microsoft.com/office/powerpoint/2010/main" val="487302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4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3E5992-FBBF-723C-4621-731CF10F8423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Letteratura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F0E56-855D-EEB4-FF4A-965CDBDB3B07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86F8A1-825D-8513-65F0-FDCE48D981B3}"/>
              </a:ext>
            </a:extLst>
          </p:cNvPr>
          <p:cNvSpPr txBox="1"/>
          <p:nvPr/>
        </p:nvSpPr>
        <p:spPr>
          <a:xfrm>
            <a:off x="120663" y="76315"/>
            <a:ext cx="128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Letteratura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2D22FA-0A26-1A97-35C1-1143A4BE8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E79F312-A082-88F9-E3DE-C83390FE70D3}"/>
              </a:ext>
            </a:extLst>
          </p:cNvPr>
          <p:cNvGrpSpPr/>
          <p:nvPr/>
        </p:nvGrpSpPr>
        <p:grpSpPr>
          <a:xfrm>
            <a:off x="663905" y="2096873"/>
            <a:ext cx="10819429" cy="1637522"/>
            <a:chOff x="643811" y="1791478"/>
            <a:chExt cx="10819429" cy="16375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F8903C-28CC-A910-00DC-C69BABF0D683}"/>
                </a:ext>
              </a:extLst>
            </p:cNvPr>
            <p:cNvSpPr/>
            <p:nvPr/>
          </p:nvSpPr>
          <p:spPr>
            <a:xfrm>
              <a:off x="643811" y="1791478"/>
              <a:ext cx="982800" cy="1637522"/>
            </a:xfrm>
            <a:prstGeom prst="rect">
              <a:avLst/>
            </a:prstGeom>
            <a:effectLst>
              <a:softEdge rad="12700"/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TASEP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94336B0-8556-8918-4C8C-6E2D9A0F6EDA}"/>
                </a:ext>
              </a:extLst>
            </p:cNvPr>
            <p:cNvSpPr/>
            <p:nvPr/>
          </p:nvSpPr>
          <p:spPr>
            <a:xfrm>
              <a:off x="1626611" y="1791478"/>
              <a:ext cx="9836629" cy="1637522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1A0752-8E55-63A0-B186-3F459E12C73B}"/>
              </a:ext>
            </a:extLst>
          </p:cNvPr>
          <p:cNvGrpSpPr/>
          <p:nvPr/>
        </p:nvGrpSpPr>
        <p:grpSpPr>
          <a:xfrm>
            <a:off x="663905" y="3852219"/>
            <a:ext cx="10819429" cy="1638000"/>
            <a:chOff x="1091680" y="3664564"/>
            <a:chExt cx="10819429" cy="163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ED42E7-20C9-9DCC-EA73-054AEF056EC7}"/>
                </a:ext>
              </a:extLst>
            </p:cNvPr>
            <p:cNvSpPr/>
            <p:nvPr/>
          </p:nvSpPr>
          <p:spPr>
            <a:xfrm>
              <a:off x="1091680" y="3664564"/>
              <a:ext cx="982800" cy="16380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a due fasi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34DC63-4494-95DD-99D3-C653E9546CF7}"/>
                </a:ext>
              </a:extLst>
            </p:cNvPr>
            <p:cNvSpPr/>
            <p:nvPr/>
          </p:nvSpPr>
          <p:spPr>
            <a:xfrm>
              <a:off x="2074480" y="3664564"/>
              <a:ext cx="9836629" cy="1637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B7576F-D1F9-8F9B-D405-099BDB0E1027}"/>
              </a:ext>
            </a:extLst>
          </p:cNvPr>
          <p:cNvSpPr txBox="1"/>
          <p:nvPr/>
        </p:nvSpPr>
        <p:spPr>
          <a:xfrm>
            <a:off x="1901740" y="2315469"/>
            <a:ext cx="9326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C. T. MacDonald, J. H. Gibbs, and A. C. Pipkin. </a:t>
            </a:r>
            <a:r>
              <a:rPr lang="it-IT" sz="18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Kinetics of biopolymerization on nucleic acid templates. Biopolymers, Jan 1968.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C. T. MacDonald and J. H. Gibbs.</a:t>
            </a:r>
            <a:r>
              <a:rPr lang="en-US" sz="1800" i="1" dirty="0"/>
              <a:t> Concerning the kinetics of polypeptide synthesis on polyribosomes. Biopolymers, Feb 1969.</a:t>
            </a:r>
            <a:endParaRPr lang="it-IT" sz="18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2E096F-355E-D661-AF01-7947C25A66C7}"/>
              </a:ext>
            </a:extLst>
          </p:cNvPr>
          <p:cNvSpPr txBox="1"/>
          <p:nvPr/>
        </p:nvSpPr>
        <p:spPr>
          <a:xfrm>
            <a:off x="1901742" y="4347814"/>
            <a:ext cx="9326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L. Ciandrini, I. Stansfield, and M. C. Romano. </a:t>
            </a:r>
            <a:r>
              <a:rPr lang="en-US" sz="1800" i="1" dirty="0"/>
              <a:t>Role of the particle’s stepping cycle in an asymmetric exclusion process: A model of mRNA translation. Phys. Rev. E, May 2010.</a:t>
            </a:r>
            <a:endParaRPr lang="it-IT" sz="1800" i="1" dirty="0"/>
          </a:p>
        </p:txBody>
      </p:sp>
    </p:spTree>
    <p:extLst>
      <p:ext uri="{BB962C8B-B14F-4D97-AF65-F5344CB8AC3E}">
        <p14:creationId xmlns:p14="http://schemas.microsoft.com/office/powerpoint/2010/main" val="5330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63FC7E-F567-F4AB-2DDE-01E51D699D3F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Letteratura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561043-1A8B-7429-76C4-B3723078EAE4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BCC295-AD5D-2A93-78CE-4010054FF403}"/>
              </a:ext>
            </a:extLst>
          </p:cNvPr>
          <p:cNvSpPr txBox="1"/>
          <p:nvPr/>
        </p:nvSpPr>
        <p:spPr>
          <a:xfrm>
            <a:off x="120663" y="76315"/>
            <a:ext cx="128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Letteratura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A75AC-5A17-F8AB-45B6-B02C4A9CA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4DB7645-0969-0612-9D50-B3A3564A4242}"/>
              </a:ext>
            </a:extLst>
          </p:cNvPr>
          <p:cNvGrpSpPr/>
          <p:nvPr/>
        </p:nvGrpSpPr>
        <p:grpSpPr>
          <a:xfrm>
            <a:off x="686286" y="1470461"/>
            <a:ext cx="10819429" cy="1637522"/>
            <a:chOff x="643811" y="1791478"/>
            <a:chExt cx="10819429" cy="16375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9F5C93-3C30-D9B8-F4FE-3FB9D2557732}"/>
                </a:ext>
              </a:extLst>
            </p:cNvPr>
            <p:cNvSpPr/>
            <p:nvPr/>
          </p:nvSpPr>
          <p:spPr>
            <a:xfrm>
              <a:off x="643811" y="1791478"/>
              <a:ext cx="982800" cy="1637522"/>
            </a:xfrm>
            <a:prstGeom prst="rect">
              <a:avLst/>
            </a:prstGeom>
            <a:effectLst>
              <a:softEdge rad="12700"/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TASEP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9F6FC4-D7CA-4F84-6979-0B233433C966}"/>
                </a:ext>
              </a:extLst>
            </p:cNvPr>
            <p:cNvSpPr/>
            <p:nvPr/>
          </p:nvSpPr>
          <p:spPr>
            <a:xfrm>
              <a:off x="1626611" y="1791478"/>
              <a:ext cx="9836629" cy="1637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29900C-496E-7679-0D27-0FE6B39FE013}"/>
              </a:ext>
            </a:extLst>
          </p:cNvPr>
          <p:cNvGrpSpPr/>
          <p:nvPr/>
        </p:nvGrpSpPr>
        <p:grpSpPr>
          <a:xfrm>
            <a:off x="686286" y="3225807"/>
            <a:ext cx="10819429" cy="1638000"/>
            <a:chOff x="1091680" y="3664564"/>
            <a:chExt cx="10819429" cy="163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32ACE9-7DAB-81E8-2B5E-2490E9A36611}"/>
                </a:ext>
              </a:extLst>
            </p:cNvPr>
            <p:cNvSpPr/>
            <p:nvPr/>
          </p:nvSpPr>
          <p:spPr>
            <a:xfrm>
              <a:off x="1091680" y="3664564"/>
              <a:ext cx="982800" cy="16380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a due fasi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02143C-08BD-5E87-67D0-78C0BE1D1B34}"/>
                </a:ext>
              </a:extLst>
            </p:cNvPr>
            <p:cNvSpPr/>
            <p:nvPr/>
          </p:nvSpPr>
          <p:spPr>
            <a:xfrm>
              <a:off x="2074480" y="3664564"/>
              <a:ext cx="9836629" cy="1637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6B5957-FC9B-65F5-76E2-FACF930CBB42}"/>
              </a:ext>
            </a:extLst>
          </p:cNvPr>
          <p:cNvGrpSpPr/>
          <p:nvPr/>
        </p:nvGrpSpPr>
        <p:grpSpPr>
          <a:xfrm>
            <a:off x="686286" y="4957826"/>
            <a:ext cx="10819429" cy="1637522"/>
            <a:chOff x="1163080" y="4390818"/>
            <a:chExt cx="10819429" cy="16375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D5F0B-97C0-C525-337B-2C7A7DBB19DF}"/>
                </a:ext>
              </a:extLst>
            </p:cNvPr>
            <p:cNvSpPr/>
            <p:nvPr/>
          </p:nvSpPr>
          <p:spPr>
            <a:xfrm>
              <a:off x="1163080" y="4390818"/>
              <a:ext cx="982960" cy="163752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b="1" dirty="0"/>
                <a:t>Il modello inomogeneo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D2308C-F62A-1C54-93DA-4B85B4DD3759}"/>
                </a:ext>
              </a:extLst>
            </p:cNvPr>
            <p:cNvSpPr/>
            <p:nvPr/>
          </p:nvSpPr>
          <p:spPr>
            <a:xfrm>
              <a:off x="2145880" y="4390818"/>
              <a:ext cx="9836629" cy="1637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A0BE788-13D7-E69D-1D78-F948742EFC02}"/>
              </a:ext>
            </a:extLst>
          </p:cNvPr>
          <p:cNvSpPr txBox="1"/>
          <p:nvPr/>
        </p:nvSpPr>
        <p:spPr>
          <a:xfrm>
            <a:off x="1924121" y="1689057"/>
            <a:ext cx="9326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C. T. MacDonald, J. H. Gibbs, and A. C. Pipkin. </a:t>
            </a:r>
            <a:r>
              <a:rPr lang="it-IT" sz="18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Kinetics of biopolymerization on nucleic acid templates. Biopolymers, Jan 1968.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C. T. MacDonald and J. H. Gibbs.</a:t>
            </a:r>
            <a:r>
              <a:rPr lang="en-US" sz="1800" i="1" dirty="0"/>
              <a:t> Concerning the kinetics of polypeptide synthesis on polyribosomes. Biopolymers, Feb 1969.</a:t>
            </a:r>
            <a:endParaRPr lang="it-IT" sz="18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F81E3-2ADA-2D5A-39A5-73EE12D0FEC7}"/>
              </a:ext>
            </a:extLst>
          </p:cNvPr>
          <p:cNvSpPr txBox="1"/>
          <p:nvPr/>
        </p:nvSpPr>
        <p:spPr>
          <a:xfrm>
            <a:off x="1924123" y="3721402"/>
            <a:ext cx="9326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L. Ciandrini, I. Stansfield, and M. C. Romano. </a:t>
            </a:r>
            <a:r>
              <a:rPr lang="en-US" sz="1800" i="1" dirty="0"/>
              <a:t>Role of the particle’s stepping cycle in an asymmetric exclusion process: A model of mRNA translation. Phys. Rev. E, May 2010.</a:t>
            </a:r>
            <a:endParaRPr lang="it-IT" sz="18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6EE1D-8ED7-B2C2-2560-8FB46EF88BA8}"/>
              </a:ext>
            </a:extLst>
          </p:cNvPr>
          <p:cNvSpPr txBox="1"/>
          <p:nvPr/>
        </p:nvSpPr>
        <p:spPr>
          <a:xfrm>
            <a:off x="1924121" y="5176422"/>
            <a:ext cx="958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latinLnBrk="0" hangingPunct="1">
              <a:buFont typeface="Arial" panose="020B0604020202020204" pitchFamily="34" charset="0"/>
              <a:buChar char="•"/>
            </a:pPr>
            <a:r>
              <a:rPr lang="it-IT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L. Ciandrini, R. L. Crisostomo, J. Szavits-Nossan. </a:t>
            </a:r>
            <a:r>
              <a:rPr lang="it-IT" sz="18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TASEPy: A python-based package to iteratively solve the inhomogeneous exclusion process. SciPost Phys. Codebases, Dec 2023.</a:t>
            </a:r>
            <a:endParaRPr lang="it-IT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/>
              <a:t>L. Ciandrini, R. L. Crisostomo, and J. Szavits-Nossan. </a:t>
            </a:r>
            <a:r>
              <a:rPr lang="it-IT" sz="1800" i="1" dirty="0"/>
              <a:t>Codebases release 1.1 for TASEPy. SciPost Phys. Codebases, Dec 2023.</a:t>
            </a:r>
          </a:p>
        </p:txBody>
      </p:sp>
    </p:spTree>
    <p:extLst>
      <p:ext uri="{BB962C8B-B14F-4D97-AF65-F5344CB8AC3E}">
        <p14:creationId xmlns:p14="http://schemas.microsoft.com/office/powerpoint/2010/main" val="3971508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C2841E7-C23F-F472-F046-FE83D0EFD0DD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dinamica e le condizioni al contorno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8E856E-43DA-87D9-3EE4-A8B7C123B1F0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45A74B-BA3C-DD18-0B8F-F2146DE55F62}"/>
              </a:ext>
            </a:extLst>
          </p:cNvPr>
          <p:cNvSpPr txBox="1"/>
          <p:nvPr/>
        </p:nvSpPr>
        <p:spPr>
          <a:xfrm>
            <a:off x="120663" y="76315"/>
            <a:ext cx="233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TASEP [2,3]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D52304-F6AE-DA9E-0439-CB997B340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D3EC8F0-9DDD-0186-9A30-760F1BF07503}"/>
              </a:ext>
            </a:extLst>
          </p:cNvPr>
          <p:cNvGrpSpPr/>
          <p:nvPr/>
        </p:nvGrpSpPr>
        <p:grpSpPr>
          <a:xfrm>
            <a:off x="5700740" y="5956755"/>
            <a:ext cx="6351672" cy="702674"/>
            <a:chOff x="2326382" y="5777402"/>
            <a:chExt cx="7713357" cy="85802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21BAAD-E9E0-BE07-F6C7-8538F363B1DE}"/>
                </a:ext>
              </a:extLst>
            </p:cNvPr>
            <p:cNvSpPr/>
            <p:nvPr/>
          </p:nvSpPr>
          <p:spPr>
            <a:xfrm>
              <a:off x="2326382" y="5777402"/>
              <a:ext cx="7713357" cy="8580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4638AB3-8CB8-801A-3E80-0D484C3DAB5A}"/>
                </a:ext>
              </a:extLst>
            </p:cNvPr>
            <p:cNvGrpSpPr/>
            <p:nvPr/>
          </p:nvGrpSpPr>
          <p:grpSpPr>
            <a:xfrm>
              <a:off x="2378661" y="5841524"/>
              <a:ext cx="7574455" cy="714184"/>
              <a:chOff x="2626140" y="5639255"/>
              <a:chExt cx="7574455" cy="714184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8FA9DD5-C93B-E79F-1A02-F8FBEF62A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6140" y="5683891"/>
                <a:ext cx="3723636" cy="669548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474EA3B-8F1C-F599-C000-A3F0B9AFA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3741" y="5639255"/>
                <a:ext cx="3866854" cy="71418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6000675-194C-B6AD-2112-FD4F566BE6CF}"/>
              </a:ext>
            </a:extLst>
          </p:cNvPr>
          <p:cNvGrpSpPr/>
          <p:nvPr/>
        </p:nvGrpSpPr>
        <p:grpSpPr>
          <a:xfrm>
            <a:off x="68256" y="1392466"/>
            <a:ext cx="12055487" cy="4548957"/>
            <a:chOff x="68256" y="1392466"/>
            <a:chExt cx="12055487" cy="454895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45AE1A1-6982-E2A1-EB7D-F5C40D243FF5}"/>
                </a:ext>
              </a:extLst>
            </p:cNvPr>
            <p:cNvGrpSpPr/>
            <p:nvPr/>
          </p:nvGrpSpPr>
          <p:grpSpPr>
            <a:xfrm>
              <a:off x="68256" y="1392466"/>
              <a:ext cx="12055487" cy="4548957"/>
              <a:chOff x="86488" y="1392466"/>
              <a:chExt cx="12055487" cy="484906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D144D8F-E0FB-1DED-723E-30493924C81A}"/>
                  </a:ext>
                </a:extLst>
              </p:cNvPr>
              <p:cNvGrpSpPr/>
              <p:nvPr/>
            </p:nvGrpSpPr>
            <p:grpSpPr>
              <a:xfrm>
                <a:off x="86488" y="1392466"/>
                <a:ext cx="5975337" cy="4266100"/>
                <a:chOff x="120663" y="1318266"/>
                <a:chExt cx="5975337" cy="4266100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F30481F-8714-E781-8E3C-AEDAE366E6C5}"/>
                    </a:ext>
                  </a:extLst>
                </p:cNvPr>
                <p:cNvSpPr/>
                <p:nvPr/>
              </p:nvSpPr>
              <p:spPr>
                <a:xfrm>
                  <a:off x="120663" y="1318266"/>
                  <a:ext cx="5975337" cy="4266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91F4BED-F19E-6725-5599-F0E45FD2F7C3}"/>
                    </a:ext>
                  </a:extLst>
                </p:cNvPr>
                <p:cNvGrpSpPr/>
                <p:nvPr/>
              </p:nvGrpSpPr>
              <p:grpSpPr>
                <a:xfrm>
                  <a:off x="225476" y="1392466"/>
                  <a:ext cx="5765710" cy="4061533"/>
                  <a:chOff x="207867" y="1392466"/>
                  <a:chExt cx="5765710" cy="4061533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6244A006-2346-3EB4-A2D5-6158EBDAB4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006209" y="1549173"/>
                    <a:ext cx="2169025" cy="1953321"/>
                  </a:xfrm>
                  <a:prstGeom prst="rect">
                    <a:avLst/>
                  </a:prstGeom>
                </p:spPr>
              </p:pic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997993F-B5CF-36A9-C034-B7E051614899}"/>
                      </a:ext>
                    </a:extLst>
                  </p:cNvPr>
                  <p:cNvSpPr txBox="1"/>
                  <p:nvPr/>
                </p:nvSpPr>
                <p:spPr>
                  <a:xfrm>
                    <a:off x="1398222" y="1392466"/>
                    <a:ext cx="35850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t>Condizioni al contorno periodiche </a:t>
                    </a:r>
                  </a:p>
                </p:txBody>
              </p:sp>
              <p:graphicFrame>
                <p:nvGraphicFramePr>
                  <p:cNvPr id="17" name="Diagram 16">
                    <a:extLst>
                      <a:ext uri="{FF2B5EF4-FFF2-40B4-BE49-F238E27FC236}">
                        <a16:creationId xmlns:a16="http://schemas.microsoft.com/office/drawing/2014/main" id="{1D3D1763-3422-EA09-9954-FB64F467F13E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026990708"/>
                      </p:ext>
                    </p:extLst>
                  </p:nvPr>
                </p:nvGraphicFramePr>
                <p:xfrm>
                  <a:off x="207867" y="2981385"/>
                  <a:ext cx="5765710" cy="2472614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8" r:lo="rId9" r:qs="rId10" r:cs="rId11"/>
                  </a:graphicData>
                </a:graphic>
              </p:graphicFrame>
            </p:grp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5680950-A7FB-162E-8F50-E25F0945D30F}"/>
                  </a:ext>
                </a:extLst>
              </p:cNvPr>
              <p:cNvGrpSpPr/>
              <p:nvPr/>
            </p:nvGrpSpPr>
            <p:grpSpPr>
              <a:xfrm>
                <a:off x="6166638" y="1392466"/>
                <a:ext cx="5975337" cy="4849068"/>
                <a:chOff x="6183204" y="1314062"/>
                <a:chExt cx="5975337" cy="484906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18E1BDD-9064-7AD7-F988-A83CD8AF396B}"/>
                    </a:ext>
                  </a:extLst>
                </p:cNvPr>
                <p:cNvSpPr/>
                <p:nvPr/>
              </p:nvSpPr>
              <p:spPr>
                <a:xfrm>
                  <a:off x="6183204" y="1314062"/>
                  <a:ext cx="5975337" cy="4266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19A7E008-B1AC-C19C-5E3E-4D297FEA1E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4379" y="1409004"/>
                  <a:ext cx="3492985" cy="1658391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4E7216-1FD6-9D68-444B-256D7269847C}"/>
                    </a:ext>
                  </a:extLst>
                </p:cNvPr>
                <p:cNvSpPr txBox="1"/>
                <p:nvPr/>
              </p:nvSpPr>
              <p:spPr>
                <a:xfrm>
                  <a:off x="7539284" y="1394665"/>
                  <a:ext cx="31687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Condizioni al contorno aperte </a:t>
                  </a:r>
                </a:p>
              </p:txBody>
            </p:sp>
            <p:graphicFrame>
              <p:nvGraphicFramePr>
                <p:cNvPr id="21" name="Diagram 20">
                  <a:extLst>
                    <a:ext uri="{FF2B5EF4-FFF2-40B4-BE49-F238E27FC236}">
                      <a16:creationId xmlns:a16="http://schemas.microsoft.com/office/drawing/2014/main" id="{2E3A7721-1716-DE68-025F-5897FFBF3E5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069494041"/>
                    </p:ext>
                  </p:extLst>
                </p:nvPr>
              </p:nvGraphicFramePr>
              <p:xfrm>
                <a:off x="6218424" y="2290926"/>
                <a:ext cx="5868786" cy="3872204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4" r:lo="rId15" r:qs="rId16" r:cs="rId17"/>
                </a:graphicData>
              </a:graphic>
            </p:graphicFrame>
          </p:grp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00A3023-4990-DD44-B2AF-67206FDB5E94}"/>
                </a:ext>
              </a:extLst>
            </p:cNvPr>
            <p:cNvSpPr/>
            <p:nvPr/>
          </p:nvSpPr>
          <p:spPr>
            <a:xfrm>
              <a:off x="2163109" y="1989393"/>
              <a:ext cx="379445" cy="288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4893C9-8A9B-BD48-D76C-87B307F3F6B2}"/>
                </a:ext>
              </a:extLst>
            </p:cNvPr>
            <p:cNvSpPr/>
            <p:nvPr/>
          </p:nvSpPr>
          <p:spPr>
            <a:xfrm>
              <a:off x="7067588" y="1775949"/>
              <a:ext cx="620836" cy="1574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20B7180-251C-78DE-B274-1F38BDB018B8}"/>
              </a:ext>
            </a:extLst>
          </p:cNvPr>
          <p:cNvSpPr/>
          <p:nvPr/>
        </p:nvSpPr>
        <p:spPr>
          <a:xfrm>
            <a:off x="4360256" y="6161898"/>
            <a:ext cx="1228782" cy="292388"/>
          </a:xfrm>
          <a:prstGeom prst="rightArrow">
            <a:avLst>
              <a:gd name="adj1" fmla="val 43617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39213C-0AFA-C0BE-7048-D670653BEA39}"/>
              </a:ext>
            </a:extLst>
          </p:cNvPr>
          <p:cNvGrpSpPr/>
          <p:nvPr/>
        </p:nvGrpSpPr>
        <p:grpSpPr>
          <a:xfrm>
            <a:off x="193908" y="5648919"/>
            <a:ext cx="4319707" cy="1090060"/>
            <a:chOff x="193908" y="5648919"/>
            <a:chExt cx="4319707" cy="109006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4842A21-AB77-1C4A-D91C-0E42456C2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93908" y="5648919"/>
              <a:ext cx="4319707" cy="76033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24EDC3-87FC-2F85-3F95-4F3329D051A7}"/>
                </a:ext>
              </a:extLst>
            </p:cNvPr>
            <p:cNvSpPr txBox="1"/>
            <p:nvPr/>
          </p:nvSpPr>
          <p:spPr>
            <a:xfrm>
              <a:off x="252505" y="6308092"/>
              <a:ext cx="4151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u="sng" dirty="0"/>
                <a:t>Infatti l’assenza di correlazione permette  di risolvere l’equazione tramite un’approssimazione di campo medio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251659A-72C5-A2AF-C287-F77E8AD60465}"/>
              </a:ext>
            </a:extLst>
          </p:cNvPr>
          <p:cNvSpPr txBox="1"/>
          <p:nvPr/>
        </p:nvSpPr>
        <p:spPr>
          <a:xfrm>
            <a:off x="2274954" y="5429612"/>
            <a:ext cx="764209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una condizione di stato stazionario la master equation può essere risolta analiticamente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3C75C-286A-BBAD-396B-88CC883F0A51}"/>
              </a:ext>
            </a:extLst>
          </p:cNvPr>
          <p:cNvSpPr txBox="1"/>
          <p:nvPr/>
        </p:nvSpPr>
        <p:spPr>
          <a:xfrm>
            <a:off x="2515403" y="3353289"/>
            <a:ext cx="114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Dinamica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6E18F-C49A-C8CA-3142-85BA8D4DBE2C}"/>
              </a:ext>
            </a:extLst>
          </p:cNvPr>
          <p:cNvSpPr txBox="1"/>
          <p:nvPr/>
        </p:nvSpPr>
        <p:spPr>
          <a:xfrm>
            <a:off x="8517103" y="2574286"/>
            <a:ext cx="114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Dinamica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8483C-20E1-BD17-9035-1F3725E5AB85}"/>
              </a:ext>
            </a:extLst>
          </p:cNvPr>
          <p:cNvSpPr/>
          <p:nvPr/>
        </p:nvSpPr>
        <p:spPr>
          <a:xfrm rot="10800000" flipV="1">
            <a:off x="10330579" y="2463676"/>
            <a:ext cx="116787" cy="107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1C515-05D6-9949-7025-109B4CA1257D}"/>
              </a:ext>
            </a:extLst>
          </p:cNvPr>
          <p:cNvSpPr/>
          <p:nvPr/>
        </p:nvSpPr>
        <p:spPr>
          <a:xfrm rot="10800000" flipV="1">
            <a:off x="9848917" y="2463675"/>
            <a:ext cx="481662" cy="122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 - 1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0393FF-7F3D-C5AA-41EE-0259632B543C}"/>
              </a:ext>
            </a:extLst>
          </p:cNvPr>
          <p:cNvSpPr/>
          <p:nvPr/>
        </p:nvSpPr>
        <p:spPr>
          <a:xfrm rot="8619224" flipV="1">
            <a:off x="2885017" y="2232290"/>
            <a:ext cx="116787" cy="107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F1869A-74E7-DAF0-B6A0-945692D33873}"/>
              </a:ext>
            </a:extLst>
          </p:cNvPr>
          <p:cNvSpPr/>
          <p:nvPr/>
        </p:nvSpPr>
        <p:spPr>
          <a:xfrm rot="6193059" flipV="1">
            <a:off x="2696395" y="2437694"/>
            <a:ext cx="280013" cy="159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4242D-350C-0342-1957-20A1242C5657}"/>
              </a:ext>
            </a:extLst>
          </p:cNvPr>
          <p:cNvSpPr txBox="1"/>
          <p:nvPr/>
        </p:nvSpPr>
        <p:spPr>
          <a:xfrm rot="16882548">
            <a:off x="2618204" y="2367946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/>
              <a:t>L - 1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5AD363-64F3-93ED-A0AA-C5035FFF19E1}"/>
              </a:ext>
            </a:extLst>
          </p:cNvPr>
          <p:cNvSpPr/>
          <p:nvPr/>
        </p:nvSpPr>
        <p:spPr>
          <a:xfrm>
            <a:off x="8227638" y="1984744"/>
            <a:ext cx="194197" cy="1960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9F1C895-7B79-4464-F7D7-644CB7D57D46}"/>
              </a:ext>
            </a:extLst>
          </p:cNvPr>
          <p:cNvSpPr/>
          <p:nvPr/>
        </p:nvSpPr>
        <p:spPr>
          <a:xfrm>
            <a:off x="9088862" y="1985538"/>
            <a:ext cx="194197" cy="1960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F81B3AC-1CA6-7999-94F1-CAC9674BA0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140" y="1978898"/>
            <a:ext cx="121191" cy="207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C2C08FA-1880-7DFF-9E9D-80C2E29274A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5960" y="1970981"/>
            <a:ext cx="121191" cy="20775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15DA692D-774D-A351-A470-ACBA602512CA}"/>
              </a:ext>
            </a:extLst>
          </p:cNvPr>
          <p:cNvGrpSpPr/>
          <p:nvPr/>
        </p:nvGrpSpPr>
        <p:grpSpPr>
          <a:xfrm>
            <a:off x="10621011" y="1813190"/>
            <a:ext cx="385741" cy="240400"/>
            <a:chOff x="10674141" y="1777782"/>
            <a:chExt cx="385741" cy="240400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5E9D0F7-0323-3E62-380F-A3D09EC5F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674141" y="1777782"/>
              <a:ext cx="121191" cy="207756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11208F-5B33-E932-5F3E-ED1F9D503F98}"/>
                </a:ext>
              </a:extLst>
            </p:cNvPr>
            <p:cNvSpPr txBox="1"/>
            <p:nvPr/>
          </p:nvSpPr>
          <p:spPr>
            <a:xfrm>
              <a:off x="10729342" y="1787350"/>
              <a:ext cx="3305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900" dirty="0"/>
                <a:t>= 1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D2D34640-378A-6F8D-3965-FF62E6B84FB1}"/>
              </a:ext>
            </a:extLst>
          </p:cNvPr>
          <p:cNvSpPr/>
          <p:nvPr/>
        </p:nvSpPr>
        <p:spPr>
          <a:xfrm>
            <a:off x="3646671" y="2014648"/>
            <a:ext cx="238377" cy="1349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9DDF75-5A12-929F-EF6C-1DB672A5055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3149821">
            <a:off x="3757558" y="1955216"/>
            <a:ext cx="121191" cy="207756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63CAA94C-9AD1-0B77-B364-3FF9B3778DC2}"/>
              </a:ext>
            </a:extLst>
          </p:cNvPr>
          <p:cNvSpPr/>
          <p:nvPr/>
        </p:nvSpPr>
        <p:spPr>
          <a:xfrm rot="4332646">
            <a:off x="2619124" y="1795674"/>
            <a:ext cx="238377" cy="1349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6D4A39D-8F0E-5571-ACAE-3845673A14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159931">
            <a:off x="2673657" y="1770619"/>
            <a:ext cx="121191" cy="20775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6F9FEFB-3203-754F-B818-943436C2B5B1}"/>
              </a:ext>
            </a:extLst>
          </p:cNvPr>
          <p:cNvGrpSpPr/>
          <p:nvPr/>
        </p:nvGrpSpPr>
        <p:grpSpPr>
          <a:xfrm>
            <a:off x="4043372" y="1815540"/>
            <a:ext cx="385741" cy="240400"/>
            <a:chOff x="10674141" y="1777782"/>
            <a:chExt cx="385741" cy="240400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87CF5BE-3EB6-554D-6621-26BA4E93A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674141" y="1777782"/>
              <a:ext cx="121191" cy="2077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379C8B-00C2-3E07-F168-5A6539743213}"/>
                </a:ext>
              </a:extLst>
            </p:cNvPr>
            <p:cNvSpPr txBox="1"/>
            <p:nvPr/>
          </p:nvSpPr>
          <p:spPr>
            <a:xfrm>
              <a:off x="10729342" y="1787350"/>
              <a:ext cx="3305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900" dirty="0"/>
                <a:t>= 1</a:t>
              </a:r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65F5F7E6-38BE-F48A-F952-A53CB58125E4}"/>
              </a:ext>
            </a:extLst>
          </p:cNvPr>
          <p:cNvSpPr/>
          <p:nvPr/>
        </p:nvSpPr>
        <p:spPr>
          <a:xfrm rot="4332646">
            <a:off x="3163410" y="3244462"/>
            <a:ext cx="238377" cy="1349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7FC4AEB-EC31-A55C-6CAB-F51C9D06F6B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159931">
            <a:off x="3217943" y="3219407"/>
            <a:ext cx="121191" cy="2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5359C86-B1FD-97B7-37AC-5767CB69A105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Boundary: stabilità e transizioni di fase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863D46-666E-B7A8-ADF4-E65F72553446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1DC3F2-3F65-64D6-B6D2-8C21A9ACA87B}"/>
              </a:ext>
            </a:extLst>
          </p:cNvPr>
          <p:cNvSpPr txBox="1"/>
          <p:nvPr/>
        </p:nvSpPr>
        <p:spPr>
          <a:xfrm>
            <a:off x="120663" y="76315"/>
            <a:ext cx="233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TASEP [2,3]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F28B07-7AFA-3568-5347-E06D5A920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D68F84-A1A6-79F4-E490-B545D33B369D}"/>
              </a:ext>
            </a:extLst>
          </p:cNvPr>
          <p:cNvSpPr/>
          <p:nvPr/>
        </p:nvSpPr>
        <p:spPr>
          <a:xfrm>
            <a:off x="7315200" y="3041780"/>
            <a:ext cx="1138335" cy="158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194C7B-E549-2D21-7139-FB1AA7AE76D3}"/>
              </a:ext>
            </a:extLst>
          </p:cNvPr>
          <p:cNvSpPr/>
          <p:nvPr/>
        </p:nvSpPr>
        <p:spPr>
          <a:xfrm>
            <a:off x="9518869" y="2945643"/>
            <a:ext cx="430674" cy="254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238A7A0-59C1-6725-C46E-44CE1D5DC87D}"/>
              </a:ext>
            </a:extLst>
          </p:cNvPr>
          <p:cNvGrpSpPr/>
          <p:nvPr/>
        </p:nvGrpSpPr>
        <p:grpSpPr>
          <a:xfrm>
            <a:off x="6096000" y="1548881"/>
            <a:ext cx="5284899" cy="4635665"/>
            <a:chOff x="6191274" y="1401993"/>
            <a:chExt cx="4993407" cy="391950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99061EF-C46D-5FC3-07F7-B11CA7B47A20}"/>
                </a:ext>
              </a:extLst>
            </p:cNvPr>
            <p:cNvGrpSpPr/>
            <p:nvPr/>
          </p:nvGrpSpPr>
          <p:grpSpPr>
            <a:xfrm>
              <a:off x="6191274" y="1401993"/>
              <a:ext cx="4993407" cy="3919507"/>
              <a:chOff x="6191274" y="1401993"/>
              <a:chExt cx="4993407" cy="3919507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2120285-9032-4DB1-5861-77E3171DA3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1274" y="1401993"/>
                <a:ext cx="4993407" cy="3919507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FFE3F0B-4A2B-97F6-5E3C-43459E1BA323}"/>
                  </a:ext>
                </a:extLst>
              </p:cNvPr>
              <p:cNvSpPr/>
              <p:nvPr/>
            </p:nvSpPr>
            <p:spPr>
              <a:xfrm>
                <a:off x="8453535" y="4279580"/>
                <a:ext cx="1141443" cy="2774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9F96ED9-129B-40E8-C96B-45440257DA36}"/>
                  </a:ext>
                </a:extLst>
              </p:cNvPr>
              <p:cNvSpPr/>
              <p:nvPr/>
            </p:nvSpPr>
            <p:spPr>
              <a:xfrm>
                <a:off x="7175241" y="3041781"/>
                <a:ext cx="1278293" cy="1586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ctr"/>
                <a:endParaRPr lang="it-IT" sz="13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AF899AE-2E38-8835-D192-02AFB39737C5}"/>
                </a:ext>
              </a:extLst>
            </p:cNvPr>
            <p:cNvSpPr/>
            <p:nvPr/>
          </p:nvSpPr>
          <p:spPr>
            <a:xfrm>
              <a:off x="9405257" y="2733869"/>
              <a:ext cx="430674" cy="211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FC44CDB-0341-1C15-56C1-4149D91A454D}"/>
              </a:ext>
            </a:extLst>
          </p:cNvPr>
          <p:cNvSpPr/>
          <p:nvPr/>
        </p:nvSpPr>
        <p:spPr>
          <a:xfrm>
            <a:off x="7137406" y="2771192"/>
            <a:ext cx="1456088" cy="904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BDDA852-17F1-FB6A-250E-7C91109616D2}"/>
              </a:ext>
            </a:extLst>
          </p:cNvPr>
          <p:cNvSpPr/>
          <p:nvPr/>
        </p:nvSpPr>
        <p:spPr>
          <a:xfrm>
            <a:off x="6774024" y="2355327"/>
            <a:ext cx="1819470" cy="15152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CABD97E-C4FC-6211-9012-84BD7F282943}"/>
              </a:ext>
            </a:extLst>
          </p:cNvPr>
          <p:cNvGrpSpPr/>
          <p:nvPr/>
        </p:nvGrpSpPr>
        <p:grpSpPr>
          <a:xfrm>
            <a:off x="8806861" y="2021204"/>
            <a:ext cx="2132847" cy="1541383"/>
            <a:chOff x="10062137" y="1579707"/>
            <a:chExt cx="1853178" cy="1541383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138FA828-B522-BCCE-AA93-E73D45AC5DE6}"/>
                </a:ext>
              </a:extLst>
            </p:cNvPr>
            <p:cNvSpPr/>
            <p:nvPr/>
          </p:nvSpPr>
          <p:spPr>
            <a:xfrm>
              <a:off x="10095845" y="1579707"/>
              <a:ext cx="1819470" cy="15152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C3393D9-62DF-730B-2C01-A1C833501744}"/>
                </a:ext>
              </a:extLst>
            </p:cNvPr>
            <p:cNvSpPr txBox="1"/>
            <p:nvPr/>
          </p:nvSpPr>
          <p:spPr>
            <a:xfrm>
              <a:off x="10062137" y="1628374"/>
              <a:ext cx="1853178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b="1" dirty="0"/>
                <a:t>Fase di massima corrente</a:t>
              </a:r>
            </a:p>
            <a:p>
              <a:pPr algn="ctr"/>
              <a:r>
                <a:rPr lang="it-IT" sz="1300" dirty="0"/>
                <a:t>I punti fissi collassano in uno e il sistema ha la massima corrente permessa. Il processo di sintesi proteica è ottimizzato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82051D1-D518-092F-8C4E-8B6DA141B119}"/>
              </a:ext>
            </a:extLst>
          </p:cNvPr>
          <p:cNvSpPr txBox="1"/>
          <p:nvPr/>
        </p:nvSpPr>
        <p:spPr>
          <a:xfrm>
            <a:off x="6772276" y="2374732"/>
            <a:ext cx="185317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b="1" dirty="0"/>
              <a:t>Fase a bassa densità</a:t>
            </a:r>
          </a:p>
          <a:p>
            <a:pPr algn="ctr"/>
            <a:r>
              <a:rPr lang="it-IT" sz="1300" dirty="0"/>
              <a:t>La densità delle particelle è maggiore all’inizio del reticolo, il rate di espulsione del reticolo è più efficiente del rate di iniezione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2AB76D4-2BE1-481B-5710-CEA43DE483AD}"/>
              </a:ext>
            </a:extLst>
          </p:cNvPr>
          <p:cNvGrpSpPr/>
          <p:nvPr/>
        </p:nvGrpSpPr>
        <p:grpSpPr>
          <a:xfrm>
            <a:off x="8504617" y="3972712"/>
            <a:ext cx="2132847" cy="1515226"/>
            <a:chOff x="10078991" y="1579707"/>
            <a:chExt cx="1853178" cy="1515226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7AB30CB2-6681-91AB-85AC-9A3436EC1BFF}"/>
                </a:ext>
              </a:extLst>
            </p:cNvPr>
            <p:cNvSpPr/>
            <p:nvPr/>
          </p:nvSpPr>
          <p:spPr>
            <a:xfrm>
              <a:off x="10095845" y="1579707"/>
              <a:ext cx="1819470" cy="15152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17BBBD0-BCF8-024F-D4AD-0F25278D8EC9}"/>
                </a:ext>
              </a:extLst>
            </p:cNvPr>
            <p:cNvSpPr txBox="1"/>
            <p:nvPr/>
          </p:nvSpPr>
          <p:spPr>
            <a:xfrm>
              <a:off x="10078991" y="1690793"/>
              <a:ext cx="1853178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b="1" dirty="0"/>
                <a:t>Fase ad </a:t>
              </a:r>
              <a:r>
                <a:rPr lang="it-IT" sz="1300" b="1"/>
                <a:t>alta densità</a:t>
              </a:r>
              <a:endParaRPr lang="it-IT" sz="1300" b="1" dirty="0"/>
            </a:p>
            <a:p>
              <a:pPr algn="ctr"/>
              <a:r>
                <a:rPr lang="it-IT" sz="1300" dirty="0"/>
                <a:t>La densità è maggiore alla fine del reticolo, il rate di iniezione nel reticolo è maggiore del rate di espulsione dal reticolo.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70972-26AC-7A50-AAA3-B74254D2CA7A}"/>
              </a:ext>
            </a:extLst>
          </p:cNvPr>
          <p:cNvGrpSpPr/>
          <p:nvPr/>
        </p:nvGrpSpPr>
        <p:grpSpPr>
          <a:xfrm>
            <a:off x="753014" y="1401993"/>
            <a:ext cx="5247714" cy="4782554"/>
            <a:chOff x="753014" y="1401993"/>
            <a:chExt cx="5247714" cy="478255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7A1CB79-78B5-510C-92E7-684DBDB3EB8D}"/>
                </a:ext>
              </a:extLst>
            </p:cNvPr>
            <p:cNvGrpSpPr/>
            <p:nvPr/>
          </p:nvGrpSpPr>
          <p:grpSpPr>
            <a:xfrm>
              <a:off x="753014" y="1401993"/>
              <a:ext cx="5247714" cy="4782554"/>
              <a:chOff x="583894" y="1814989"/>
              <a:chExt cx="5247714" cy="478255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060199C-8516-2907-EBC2-815628BD317D}"/>
                  </a:ext>
                </a:extLst>
              </p:cNvPr>
              <p:cNvGrpSpPr/>
              <p:nvPr/>
            </p:nvGrpSpPr>
            <p:grpSpPr>
              <a:xfrm>
                <a:off x="583894" y="1814989"/>
                <a:ext cx="5247714" cy="4644891"/>
                <a:chOff x="583894" y="1814989"/>
                <a:chExt cx="5247714" cy="4644891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2BEEBE1B-2D18-C8CF-8FCB-F8EFCA2CDC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3894" y="1814989"/>
                  <a:ext cx="4020111" cy="619211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AA6CFC21-5752-DB43-0249-F0809DBEAD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894" y="2434201"/>
                  <a:ext cx="3778786" cy="2931014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106F735-EC53-E468-2EFF-627BF9080EDA}"/>
                    </a:ext>
                  </a:extLst>
                </p:cNvPr>
                <p:cNvSpPr txBox="1"/>
                <p:nvPr/>
              </p:nvSpPr>
              <p:spPr>
                <a:xfrm>
                  <a:off x="2993527" y="5813549"/>
                  <a:ext cx="283808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u="sng" dirty="0"/>
                    <a:t>Punti fissi della mappa </a:t>
                  </a:r>
                </a:p>
                <a:p>
                  <a:r>
                    <a:rPr lang="it-IT" u="sng" dirty="0"/>
                    <a:t>descritta dalla probabilità</a:t>
                  </a:r>
                </a:p>
              </p:txBody>
            </p:sp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B2DC4DCD-53F0-D40B-2047-743635E83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4088" y="6107406"/>
                  <a:ext cx="924054" cy="352474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5459FBDE-8647-00D6-AAB2-7A1E9644C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4088" y="5606132"/>
                  <a:ext cx="1476581" cy="381053"/>
                </a:xfrm>
                <a:prstGeom prst="rect">
                  <a:avLst/>
                </a:prstGeom>
              </p:spPr>
            </p:pic>
          </p:grpSp>
          <p:sp>
            <p:nvSpPr>
              <p:cNvPr id="24" name="Right Brace 23">
                <a:extLst>
                  <a:ext uri="{FF2B5EF4-FFF2-40B4-BE49-F238E27FC236}">
                    <a16:creationId xmlns:a16="http://schemas.microsoft.com/office/drawing/2014/main" id="{BCA162DC-DAC9-C0E6-5CA9-488D9CCC65DC}"/>
                  </a:ext>
                </a:extLst>
              </p:cNvPr>
              <p:cNvSpPr/>
              <p:nvPr/>
            </p:nvSpPr>
            <p:spPr>
              <a:xfrm>
                <a:off x="2569977" y="5590104"/>
                <a:ext cx="384352" cy="1007439"/>
              </a:xfrm>
              <a:prstGeom prst="rightBrace">
                <a:avLst>
                  <a:gd name="adj1" fmla="val 28159"/>
                  <a:gd name="adj2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B73E586-152C-69DA-4CCA-19EC4883D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56000" y="4470267"/>
              <a:ext cx="158445" cy="17353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5A6C784-F3CE-F0B5-DC21-68846F175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89649" y="2877711"/>
              <a:ext cx="149789" cy="171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6529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3FE7FC-6F89-DC38-FB69-B254A1370057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Boundary: stabilità e transizioni di fase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59F699-29D9-D09A-F9BC-092136912269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75EDF4-680C-C7A4-B2BF-3526CACB787D}"/>
              </a:ext>
            </a:extLst>
          </p:cNvPr>
          <p:cNvSpPr txBox="1"/>
          <p:nvPr/>
        </p:nvSpPr>
        <p:spPr>
          <a:xfrm>
            <a:off x="120663" y="76315"/>
            <a:ext cx="233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TASEP [2,3]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43DE93-6267-EA07-A15B-1FD1958AB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249C47-85AF-BDC8-B869-8A819641D98E}"/>
              </a:ext>
            </a:extLst>
          </p:cNvPr>
          <p:cNvSpPr/>
          <p:nvPr/>
        </p:nvSpPr>
        <p:spPr>
          <a:xfrm>
            <a:off x="7315200" y="3041780"/>
            <a:ext cx="1138335" cy="158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A333E2D-7067-32DE-6C40-56178E204D5C}"/>
              </a:ext>
            </a:extLst>
          </p:cNvPr>
          <p:cNvGrpSpPr/>
          <p:nvPr/>
        </p:nvGrpSpPr>
        <p:grpSpPr>
          <a:xfrm>
            <a:off x="6191274" y="1401993"/>
            <a:ext cx="4993407" cy="5119836"/>
            <a:chOff x="6191274" y="1401993"/>
            <a:chExt cx="4993407" cy="511983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C3BD293-2A0C-0C82-201F-EC687D5274A6}"/>
                </a:ext>
              </a:extLst>
            </p:cNvPr>
            <p:cNvGrpSpPr/>
            <p:nvPr/>
          </p:nvGrpSpPr>
          <p:grpSpPr>
            <a:xfrm>
              <a:off x="6191274" y="1401993"/>
              <a:ext cx="4993407" cy="5119836"/>
              <a:chOff x="6096000" y="1563798"/>
              <a:chExt cx="4622494" cy="5037191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7E18EB9-C6E5-D588-BF01-F6FAC2B13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1563798"/>
                <a:ext cx="4622494" cy="3856238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32BBB0-5A32-546A-3B51-110BD69862BF}"/>
                  </a:ext>
                </a:extLst>
              </p:cNvPr>
              <p:cNvSpPr txBox="1"/>
              <p:nvPr/>
            </p:nvSpPr>
            <p:spPr>
              <a:xfrm>
                <a:off x="6639922" y="5420036"/>
                <a:ext cx="3534649" cy="118095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u="sng" dirty="0"/>
                  <a:t>Diagramma di fase: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Fase di massima corrente (MC)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Fase ad alta densità (HD)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Fase a bassa densità (LD)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B0DCDE-2A2A-2EE8-5A85-D6A6BC660642}"/>
                </a:ext>
              </a:extLst>
            </p:cNvPr>
            <p:cNvSpPr/>
            <p:nvPr/>
          </p:nvSpPr>
          <p:spPr>
            <a:xfrm>
              <a:off x="8453535" y="4279580"/>
              <a:ext cx="1141443" cy="277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7AE7C5-E23C-C2F4-52DC-B31E1F90B22D}"/>
                </a:ext>
              </a:extLst>
            </p:cNvPr>
            <p:cNvSpPr/>
            <p:nvPr/>
          </p:nvSpPr>
          <p:spPr>
            <a:xfrm>
              <a:off x="9035142" y="2750606"/>
              <a:ext cx="1138335" cy="1586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J = ¼ 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C087B3-48DB-0F69-E4C9-E5D1E26E165E}"/>
                </a:ext>
              </a:extLst>
            </p:cNvPr>
            <p:cNvSpPr/>
            <p:nvPr/>
          </p:nvSpPr>
          <p:spPr>
            <a:xfrm>
              <a:off x="7175241" y="3041781"/>
              <a:ext cx="1278293" cy="1586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endParaRPr lang="it-IT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252D86-6FE2-D465-1538-B87D0797B5BD}"/>
              </a:ext>
            </a:extLst>
          </p:cNvPr>
          <p:cNvGrpSpPr/>
          <p:nvPr/>
        </p:nvGrpSpPr>
        <p:grpSpPr>
          <a:xfrm>
            <a:off x="8489741" y="4213555"/>
            <a:ext cx="1798199" cy="738664"/>
            <a:chOff x="10229889" y="3728840"/>
            <a:chExt cx="1798199" cy="73866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A028F7D-474B-CC8B-EA84-9D38A78CB237}"/>
                </a:ext>
              </a:extLst>
            </p:cNvPr>
            <p:cNvGrpSpPr/>
            <p:nvPr/>
          </p:nvGrpSpPr>
          <p:grpSpPr>
            <a:xfrm>
              <a:off x="10229889" y="3728840"/>
              <a:ext cx="1064637" cy="439112"/>
              <a:chOff x="7341753" y="2997495"/>
              <a:chExt cx="1064637" cy="43911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D91201-8A60-3E6D-0BAB-B4B3EBE2897D}"/>
                  </a:ext>
                </a:extLst>
              </p:cNvPr>
              <p:cNvSpPr txBox="1"/>
              <p:nvPr/>
            </p:nvSpPr>
            <p:spPr>
              <a:xfrm>
                <a:off x="7341753" y="3084056"/>
                <a:ext cx="8389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200" dirty="0">
                    <a:solidFill>
                      <a:schemeClr val="tx1"/>
                    </a:solidFill>
                  </a:rPr>
                  <a:t>J = β(1-β)</a:t>
                </a:r>
                <a:endParaRPr lang="it-IT" dirty="0"/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67B8D74-ED90-1E77-96F5-762D3BEB92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74748" y="3188922"/>
                <a:ext cx="219106" cy="247685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8A419B8-EDF5-7FFE-DB79-4C3D8C45C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77758" y="2997495"/>
                <a:ext cx="228632" cy="238158"/>
              </a:xfrm>
              <a:prstGeom prst="rect">
                <a:avLst/>
              </a:prstGeom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5B4EC91-E9D5-70B7-B6BF-06C3B4C517E4}"/>
                </a:ext>
              </a:extLst>
            </p:cNvPr>
            <p:cNvSpPr txBox="1"/>
            <p:nvPr/>
          </p:nvSpPr>
          <p:spPr>
            <a:xfrm>
              <a:off x="11224598" y="3728840"/>
              <a:ext cx="80349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dirty="0">
                  <a:solidFill>
                    <a:schemeClr val="tx1"/>
                  </a:solidFill>
                </a:rPr>
                <a:t>instabile</a:t>
              </a:r>
            </a:p>
            <a:p>
              <a:pPr algn="ctr"/>
              <a:r>
                <a:rPr lang="it-IT" sz="1200" dirty="0">
                  <a:solidFill>
                    <a:schemeClr val="tx1"/>
                  </a:solidFill>
                </a:rPr>
                <a:t>stabile </a:t>
              </a:r>
            </a:p>
            <a:p>
              <a:endParaRPr lang="it-IT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A953B118-148B-9F9D-76E0-67BD159012EA}"/>
              </a:ext>
            </a:extLst>
          </p:cNvPr>
          <p:cNvSpPr/>
          <p:nvPr/>
        </p:nvSpPr>
        <p:spPr>
          <a:xfrm>
            <a:off x="9518869" y="2945643"/>
            <a:ext cx="430674" cy="254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F11A928-0386-574E-02FD-1BFAED119682}"/>
              </a:ext>
            </a:extLst>
          </p:cNvPr>
          <p:cNvGrpSpPr/>
          <p:nvPr/>
        </p:nvGrpSpPr>
        <p:grpSpPr>
          <a:xfrm>
            <a:off x="9039140" y="2900081"/>
            <a:ext cx="1210868" cy="307777"/>
            <a:chOff x="9039140" y="2900081"/>
            <a:chExt cx="1210868" cy="307777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28F4F8F-9CAC-A8A7-8F4D-A1FC3D232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39140" y="2975703"/>
              <a:ext cx="195658" cy="20381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C51D657-B7CC-A35D-A812-AF6B173222D7}"/>
                </a:ext>
              </a:extLst>
            </p:cNvPr>
            <p:cNvSpPr txBox="1"/>
            <p:nvPr/>
          </p:nvSpPr>
          <p:spPr>
            <a:xfrm>
              <a:off x="9170866" y="2900081"/>
              <a:ext cx="1079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/>
                <a:t>=      = p </a:t>
              </a:r>
              <a:r>
                <a:rPr lang="it-IT" sz="1400" dirty="0">
                  <a:solidFill>
                    <a:schemeClr val="tx1"/>
                  </a:solidFill>
                </a:rPr>
                <a:t>= ½ </a:t>
              </a:r>
              <a:endParaRPr lang="it-IT" sz="1400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16C0DD1-E970-D0C4-937B-3B58EA448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73052" y="2956273"/>
              <a:ext cx="180293" cy="20380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62564B-56F3-FFB4-2183-43458DDD43E4}"/>
              </a:ext>
            </a:extLst>
          </p:cNvPr>
          <p:cNvGrpSpPr/>
          <p:nvPr/>
        </p:nvGrpSpPr>
        <p:grpSpPr>
          <a:xfrm>
            <a:off x="7303552" y="3009122"/>
            <a:ext cx="1006901" cy="955987"/>
            <a:chOff x="7303552" y="3009122"/>
            <a:chExt cx="1006901" cy="95598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2B577F7-F1C0-B1E1-2BAE-79A73720BDC7}"/>
                </a:ext>
              </a:extLst>
            </p:cNvPr>
            <p:cNvGrpSpPr/>
            <p:nvPr/>
          </p:nvGrpSpPr>
          <p:grpSpPr>
            <a:xfrm>
              <a:off x="7366711" y="3041779"/>
              <a:ext cx="943742" cy="923330"/>
              <a:chOff x="7366711" y="3041779"/>
              <a:chExt cx="943742" cy="92333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39F08C-0013-821A-33DE-98CFCFBCE66C}"/>
                  </a:ext>
                </a:extLst>
              </p:cNvPr>
              <p:cNvSpPr txBox="1"/>
              <p:nvPr/>
            </p:nvSpPr>
            <p:spPr>
              <a:xfrm>
                <a:off x="7394894" y="3041779"/>
                <a:ext cx="91555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it-IT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1200" dirty="0">
                    <a:solidFill>
                      <a:schemeClr val="tx1"/>
                    </a:solidFill>
                  </a:rPr>
                  <a:t>stabile</a:t>
                </a:r>
              </a:p>
              <a:p>
                <a:pPr algn="ctr"/>
                <a:r>
                  <a:rPr lang="it-IT" sz="1200" dirty="0">
                    <a:solidFill>
                      <a:schemeClr val="tx1"/>
                    </a:solidFill>
                  </a:rPr>
                  <a:t>    instabile </a:t>
                </a:r>
              </a:p>
              <a:p>
                <a:endParaRPr lang="it-IT" dirty="0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8A21896-9F98-399C-86E7-BDFF373A0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6237" y="3439278"/>
                <a:ext cx="219106" cy="247685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ECD2B8DB-78D8-4929-28DC-84D359279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6711" y="3248554"/>
                <a:ext cx="228632" cy="238158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532C31-2CC3-1A72-D45A-55B5C9C4444E}"/>
                </a:ext>
              </a:extLst>
            </p:cNvPr>
            <p:cNvSpPr txBox="1"/>
            <p:nvPr/>
          </p:nvSpPr>
          <p:spPr>
            <a:xfrm>
              <a:off x="7303552" y="3009122"/>
              <a:ext cx="81144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>
                  <a:solidFill>
                    <a:schemeClr val="tx1"/>
                  </a:solidFill>
                </a:rPr>
                <a:t> J = α(1-α)</a:t>
              </a:r>
            </a:p>
            <a:p>
              <a:endParaRPr lang="it-IT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9A74C8-1DC2-6DBE-BA2B-435186E1348C}"/>
              </a:ext>
            </a:extLst>
          </p:cNvPr>
          <p:cNvGrpSpPr/>
          <p:nvPr/>
        </p:nvGrpSpPr>
        <p:grpSpPr>
          <a:xfrm>
            <a:off x="753014" y="1401993"/>
            <a:ext cx="5247714" cy="4782554"/>
            <a:chOff x="753014" y="1401993"/>
            <a:chExt cx="5247714" cy="47825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57D0B8-E932-AEA7-DDD7-5FEE02781CF4}"/>
                </a:ext>
              </a:extLst>
            </p:cNvPr>
            <p:cNvGrpSpPr/>
            <p:nvPr/>
          </p:nvGrpSpPr>
          <p:grpSpPr>
            <a:xfrm>
              <a:off x="753014" y="1401993"/>
              <a:ext cx="5247714" cy="4782554"/>
              <a:chOff x="583894" y="1814989"/>
              <a:chExt cx="5247714" cy="4782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867E12E-7D3E-276B-4BE3-C5D7D644A3D1}"/>
                  </a:ext>
                </a:extLst>
              </p:cNvPr>
              <p:cNvGrpSpPr/>
              <p:nvPr/>
            </p:nvGrpSpPr>
            <p:grpSpPr>
              <a:xfrm>
                <a:off x="583894" y="1814989"/>
                <a:ext cx="5247714" cy="4644891"/>
                <a:chOff x="583894" y="1814989"/>
                <a:chExt cx="5247714" cy="4644891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A1EAA46-00EB-A965-7EE4-332719096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3894" y="1814989"/>
                  <a:ext cx="4020111" cy="619211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C4FB1D29-9CC8-F03C-D268-A704BA39AF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3894" y="2434201"/>
                  <a:ext cx="3778786" cy="2931014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416CC5A-7A0D-8507-4626-34D96774E677}"/>
                    </a:ext>
                  </a:extLst>
                </p:cNvPr>
                <p:cNvSpPr txBox="1"/>
                <p:nvPr/>
              </p:nvSpPr>
              <p:spPr>
                <a:xfrm>
                  <a:off x="2993527" y="5813549"/>
                  <a:ext cx="283808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u="sng" dirty="0"/>
                    <a:t>Punti fissi della mappa </a:t>
                  </a:r>
                </a:p>
                <a:p>
                  <a:r>
                    <a:rPr lang="it-IT" u="sng" dirty="0"/>
                    <a:t>descritta dalla probabilità</a:t>
                  </a:r>
                </a:p>
              </p:txBody>
            </p: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0B6AC51F-DE9E-79C7-4011-CDA5A0316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4088" y="6107406"/>
                  <a:ext cx="924054" cy="352474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C760144C-8F2B-95E3-9271-BB499E392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74088" y="5606132"/>
                  <a:ext cx="1476581" cy="381053"/>
                </a:xfrm>
                <a:prstGeom prst="rect">
                  <a:avLst/>
                </a:prstGeom>
              </p:spPr>
            </p:pic>
          </p:grpSp>
          <p:sp>
            <p:nvSpPr>
              <p:cNvPr id="17" name="Right Brace 16">
                <a:extLst>
                  <a:ext uri="{FF2B5EF4-FFF2-40B4-BE49-F238E27FC236}">
                    <a16:creationId xmlns:a16="http://schemas.microsoft.com/office/drawing/2014/main" id="{7CC5238F-4103-C219-8FEF-9A95E2EE0BD2}"/>
                  </a:ext>
                </a:extLst>
              </p:cNvPr>
              <p:cNvSpPr/>
              <p:nvPr/>
            </p:nvSpPr>
            <p:spPr>
              <a:xfrm>
                <a:off x="2569977" y="5590104"/>
                <a:ext cx="384352" cy="1007439"/>
              </a:xfrm>
              <a:prstGeom prst="rightBrace">
                <a:avLst>
                  <a:gd name="adj1" fmla="val 28159"/>
                  <a:gd name="adj2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830C761-71C3-3A69-E1D6-C6F1D257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56000" y="4470267"/>
              <a:ext cx="158445" cy="17353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2A0C8E3-BAA9-3271-C7BE-144C6D0F1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489649" y="2877711"/>
              <a:ext cx="149789" cy="171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3310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384A9D4-EDD2-F1CD-D8B7-EE4C7044CF14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Introduzione al modello e transizioni permesse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3AB197-A44B-52A6-757A-CD10E2DCD2D8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89156-E5AC-BEC8-A53A-484539747AF0}"/>
              </a:ext>
            </a:extLst>
          </p:cNvPr>
          <p:cNvSpPr txBox="1"/>
          <p:nvPr/>
        </p:nvSpPr>
        <p:spPr>
          <a:xfrm>
            <a:off x="120663" y="76315"/>
            <a:ext cx="25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 [4]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7DCC7-70FD-08EF-1F50-5086FC09D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09711A8D-3E84-D4ED-82D4-25FCB5C6F047}"/>
              </a:ext>
            </a:extLst>
          </p:cNvPr>
          <p:cNvGrpSpPr/>
          <p:nvPr/>
        </p:nvGrpSpPr>
        <p:grpSpPr>
          <a:xfrm>
            <a:off x="591200" y="1375318"/>
            <a:ext cx="11009600" cy="5086984"/>
            <a:chOff x="591200" y="1375318"/>
            <a:chExt cx="11009600" cy="50869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404437-108C-B739-94C4-7CE87D133F27}"/>
                </a:ext>
              </a:extLst>
            </p:cNvPr>
            <p:cNvSpPr txBox="1"/>
            <p:nvPr/>
          </p:nvSpPr>
          <p:spPr>
            <a:xfrm>
              <a:off x="1768930" y="1375318"/>
              <a:ext cx="86541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200" dirty="0">
                  <a:ln w="0"/>
                  <a:solidFill>
                    <a:schemeClr val="tx2">
                      <a:lumMod val="90000"/>
                      <a:lumOff val="10000"/>
                    </a:schemeClr>
                  </a:solidFill>
                  <a:effectLst>
                    <a:glow rad="101600">
                      <a:schemeClr val="accent1">
                        <a:lumMod val="60000"/>
                        <a:lumOff val="40000"/>
                        <a:alpha val="40000"/>
                      </a:schemeClr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Il processo di accoppiamento è il processo che limita la cinetica</a:t>
              </a:r>
              <a:r>
                <a:rPr lang="it-IT" dirty="0">
                  <a:ln w="0"/>
                  <a:solidFill>
                    <a:schemeClr val="tx2">
                      <a:lumMod val="90000"/>
                      <a:lumOff val="10000"/>
                    </a:schemeClr>
                  </a:solidFill>
                  <a:effectLst>
                    <a:glow rad="101600">
                      <a:schemeClr val="accent1">
                        <a:lumMod val="60000"/>
                        <a:lumOff val="40000"/>
                        <a:alpha val="40000"/>
                      </a:schemeClr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.</a:t>
              </a:r>
            </a:p>
            <a:p>
              <a:endParaRPr lang="it-IT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4F5AAB-BD3E-EEB8-A852-9A2F72FA75AF}"/>
                </a:ext>
              </a:extLst>
            </p:cNvPr>
            <p:cNvGrpSpPr/>
            <p:nvPr/>
          </p:nvGrpSpPr>
          <p:grpSpPr>
            <a:xfrm>
              <a:off x="591200" y="1853628"/>
              <a:ext cx="11009600" cy="4608674"/>
              <a:chOff x="697576" y="1918942"/>
              <a:chExt cx="11009600" cy="4608674"/>
            </a:xfrm>
          </p:grpSpPr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5F51E708-6572-BFCA-ADDD-9D86685E78F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80831909"/>
                  </p:ext>
                </p:extLst>
              </p:nvPr>
            </p:nvGraphicFramePr>
            <p:xfrm>
              <a:off x="1278836" y="1918942"/>
              <a:ext cx="3541013" cy="28797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0D8D249-CF9F-8729-2CA0-951C6FBC4A67}"/>
                  </a:ext>
                </a:extLst>
              </p:cNvPr>
              <p:cNvGrpSpPr/>
              <p:nvPr/>
            </p:nvGrpSpPr>
            <p:grpSpPr>
              <a:xfrm>
                <a:off x="697576" y="4884316"/>
                <a:ext cx="4863455" cy="1643300"/>
                <a:chOff x="1173438" y="4958961"/>
                <a:chExt cx="4863455" cy="1643300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06BE181-C498-7705-AB58-49ACA1AD4A7F}"/>
                    </a:ext>
                  </a:extLst>
                </p:cNvPr>
                <p:cNvSpPr/>
                <p:nvPr/>
              </p:nvSpPr>
              <p:spPr>
                <a:xfrm>
                  <a:off x="1173438" y="4958961"/>
                  <a:ext cx="4744860" cy="16433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D753671-F6C6-7F35-F4A2-7DAD6F6E365C}"/>
                    </a:ext>
                  </a:extLst>
                </p:cNvPr>
                <p:cNvGrpSpPr/>
                <p:nvPr/>
              </p:nvGrpSpPr>
              <p:grpSpPr>
                <a:xfrm>
                  <a:off x="1205446" y="5096821"/>
                  <a:ext cx="3605073" cy="1227548"/>
                  <a:chOff x="8360775" y="1816155"/>
                  <a:chExt cx="3605073" cy="1227548"/>
                </a:xfrm>
              </p:grpSpPr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4D1CB992-AAED-94A0-BB88-303437A4E2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360775" y="2224439"/>
                    <a:ext cx="2276793" cy="819264"/>
                  </a:xfrm>
                  <a:prstGeom prst="rect">
                    <a:avLst/>
                  </a:prstGeom>
                </p:spPr>
              </p:pic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2BDF6B64-6765-5667-D584-F7DEC19C6F31}"/>
                      </a:ext>
                    </a:extLst>
                  </p:cNvPr>
                  <p:cNvSpPr txBox="1"/>
                  <p:nvPr/>
                </p:nvSpPr>
                <p:spPr>
                  <a:xfrm>
                    <a:off x="9309287" y="1816155"/>
                    <a:ext cx="265656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sz="2000" b="1" dirty="0"/>
                      <a:t>Transizioni permesse</a:t>
                    </a:r>
                  </a:p>
                </p:txBody>
              </p:sp>
            </p:grp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3E7E005-3631-7F41-F724-05D65DC89D7D}"/>
                    </a:ext>
                  </a:extLst>
                </p:cNvPr>
                <p:cNvSpPr txBox="1"/>
                <p:nvPr/>
              </p:nvSpPr>
              <p:spPr>
                <a:xfrm>
                  <a:off x="3380332" y="5654439"/>
                  <a:ext cx="265656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1400" dirty="0"/>
                    <a:t>accoppiamento tRNA-codone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39DEB4A-DD0E-4287-F80B-A60AF815DF66}"/>
                    </a:ext>
                  </a:extLst>
                </p:cNvPr>
                <p:cNvSpPr txBox="1"/>
                <p:nvPr/>
              </p:nvSpPr>
              <p:spPr>
                <a:xfrm>
                  <a:off x="3380332" y="5962216"/>
                  <a:ext cx="265656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1400" dirty="0"/>
                    <a:t>traslocazione del ribosoma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FE1C5C1-3676-874A-93D0-02F86C699B65}"/>
                  </a:ext>
                </a:extLst>
              </p:cNvPr>
              <p:cNvGrpSpPr/>
              <p:nvPr/>
            </p:nvGrpSpPr>
            <p:grpSpPr>
              <a:xfrm>
                <a:off x="6181133" y="2582956"/>
                <a:ext cx="5526043" cy="3001415"/>
                <a:chOff x="6102146" y="3529192"/>
                <a:chExt cx="5526043" cy="3001415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9276AB35-897A-E2FC-6045-38DE95FB32CB}"/>
                    </a:ext>
                  </a:extLst>
                </p:cNvPr>
                <p:cNvSpPr/>
                <p:nvPr/>
              </p:nvSpPr>
              <p:spPr>
                <a:xfrm>
                  <a:off x="6102146" y="5830552"/>
                  <a:ext cx="5384820" cy="700055"/>
                </a:xfrm>
                <a:prstGeom prst="roundRect">
                  <a:avLst/>
                </a:prstGeom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0B5AF47E-C86B-AD42-135C-A80984748684}"/>
                    </a:ext>
                  </a:extLst>
                </p:cNvPr>
                <p:cNvGrpSpPr/>
                <p:nvPr/>
              </p:nvGrpSpPr>
              <p:grpSpPr>
                <a:xfrm>
                  <a:off x="6102146" y="3529192"/>
                  <a:ext cx="5526043" cy="2234801"/>
                  <a:chOff x="6102146" y="3521966"/>
                  <a:chExt cx="5526043" cy="2581517"/>
                </a:xfrm>
              </p:grpSpPr>
              <p:sp>
                <p:nvSpPr>
                  <p:cNvPr id="43" name="Callout: Down Arrow 42">
                    <a:extLst>
                      <a:ext uri="{FF2B5EF4-FFF2-40B4-BE49-F238E27FC236}">
                        <a16:creationId xmlns:a16="http://schemas.microsoft.com/office/drawing/2014/main" id="{8AC3DB67-5BDE-044A-651A-5B16AD2424C0}"/>
                      </a:ext>
                    </a:extLst>
                  </p:cNvPr>
                  <p:cNvSpPr/>
                  <p:nvPr/>
                </p:nvSpPr>
                <p:spPr>
                  <a:xfrm>
                    <a:off x="6102146" y="3521966"/>
                    <a:ext cx="5384820" cy="2581517"/>
                  </a:xfrm>
                  <a:prstGeom prst="downArrowCallout">
                    <a:avLst>
                      <a:gd name="adj1" fmla="val 13665"/>
                      <a:gd name="adj2" fmla="val 14918"/>
                      <a:gd name="adj3" fmla="val 19075"/>
                      <a:gd name="adj4" fmla="val 71003"/>
                    </a:avLst>
                  </a:prstGeom>
                  <a:solidFill>
                    <a:schemeClr val="bg1"/>
                  </a:solidFill>
                  <a:ln>
                    <a:solidFill>
                      <a:schemeClr val="tx2">
                        <a:lumMod val="75000"/>
                        <a:lumOff val="25000"/>
                      </a:schemeClr>
                    </a:solidFill>
                  </a:ln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  <a:softEdge rad="12700"/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B41CAC3A-ACDF-FEE1-44C0-CBC289937C74}"/>
                      </a:ext>
                    </a:extLst>
                  </p:cNvPr>
                  <p:cNvGrpSpPr/>
                  <p:nvPr/>
                </p:nvGrpSpPr>
                <p:grpSpPr>
                  <a:xfrm>
                    <a:off x="6195984" y="3599659"/>
                    <a:ext cx="5432205" cy="1583554"/>
                    <a:chOff x="6370517" y="3504280"/>
                    <a:chExt cx="5432205" cy="1583554"/>
                  </a:xfrm>
                </p:grpSpPr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E4C06C2F-393B-A9AA-F5F6-6D6FB907C2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2337" y="3504280"/>
                      <a:ext cx="482856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it-I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 dinamica ora può essere studiata definendo 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D6683AE6-C3A7-B5E9-612B-F36F6DCBA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70517" y="3991765"/>
                      <a:ext cx="5432205" cy="1096069"/>
                      <a:chOff x="6492531" y="4030486"/>
                      <a:chExt cx="5597681" cy="1096069"/>
                    </a:xfrm>
                  </p:grpSpPr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676D7A57-7915-5B3C-178F-2623AF419A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91098" y="4572557"/>
                        <a:ext cx="3799114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it-IT" sz="1500" u="sng" dirty="0"/>
                          <a:t>Densità media delle particelle nel sito i mentre si trovano nel secondo stato</a:t>
                        </a:r>
                      </a:p>
                    </p:txBody>
                  </p:sp>
                  <p:pic>
                    <p:nvPicPr>
                      <p:cNvPr id="35" name="Picture 34">
                        <a:extLst>
                          <a:ext uri="{FF2B5EF4-FFF2-40B4-BE49-F238E27FC236}">
                            <a16:creationId xmlns:a16="http://schemas.microsoft.com/office/drawing/2014/main" id="{0143E2A6-A548-B329-A516-A8B093B356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92531" y="4131247"/>
                        <a:ext cx="1648055" cy="352474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C09D61A6-F38C-905A-2CDC-DEE4F39933E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71083" y="4030486"/>
                        <a:ext cx="3538126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it-IT" sz="1500" u="sng" dirty="0"/>
                          <a:t>Densità media delle particelle nel sito i mentre si trovano nel primo stato</a:t>
                        </a:r>
                      </a:p>
                    </p:txBody>
                  </p:sp>
                  <p:pic>
                    <p:nvPicPr>
                      <p:cNvPr id="37" name="Picture 36">
                        <a:extLst>
                          <a:ext uri="{FF2B5EF4-FFF2-40B4-BE49-F238E27FC236}">
                            <a16:creationId xmlns:a16="http://schemas.microsoft.com/office/drawing/2014/main" id="{97EF64C0-66C1-9444-C043-F2484D7678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39367" y="4601873"/>
                        <a:ext cx="1619476" cy="49536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94694CF1-FC6A-DCD6-02F7-BA01F2E6B10C}"/>
                    </a:ext>
                  </a:extLst>
                </p:cNvPr>
                <p:cNvGrpSpPr/>
                <p:nvPr/>
              </p:nvGrpSpPr>
              <p:grpSpPr>
                <a:xfrm>
                  <a:off x="6170537" y="5932240"/>
                  <a:ext cx="5257063" cy="548421"/>
                  <a:chOff x="7137791" y="5537098"/>
                  <a:chExt cx="5257063" cy="548421"/>
                </a:xfrm>
              </p:grpSpPr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A3566B2C-45AA-CC85-8B15-F52CD3FE3B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9765210" y="5563063"/>
                    <a:ext cx="2629644" cy="522456"/>
                  </a:xfrm>
                  <a:prstGeom prst="rect">
                    <a:avLst/>
                  </a:prstGeom>
                </p:spPr>
              </p:pic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43BDE6AE-EBF7-504C-27D5-2C3DF1CE00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137791" y="5537098"/>
                    <a:ext cx="2445614" cy="490401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262821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FE1C27-98C5-9389-8ADC-4D3E0A99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000" y="1492157"/>
            <a:ext cx="4949287" cy="4996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E617461-ABD6-54E7-5CE5-A6E80F88E6A9}"/>
              </a:ext>
            </a:extLst>
          </p:cNvPr>
          <p:cNvGrpSpPr/>
          <p:nvPr/>
        </p:nvGrpSpPr>
        <p:grpSpPr>
          <a:xfrm>
            <a:off x="979713" y="2229975"/>
            <a:ext cx="5116287" cy="3254828"/>
            <a:chOff x="707571" y="1948543"/>
            <a:chExt cx="5116287" cy="32548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1D431D-767F-EC6C-7B53-267E9374DFF4}"/>
                </a:ext>
              </a:extLst>
            </p:cNvPr>
            <p:cNvSpPr/>
            <p:nvPr/>
          </p:nvSpPr>
          <p:spPr>
            <a:xfrm>
              <a:off x="707571" y="1948543"/>
              <a:ext cx="5116287" cy="325482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AFEC265-F4FA-2FE7-83FC-BEB93DECC4CC}"/>
                </a:ext>
              </a:extLst>
            </p:cNvPr>
            <p:cNvGrpSpPr/>
            <p:nvPr/>
          </p:nvGrpSpPr>
          <p:grpSpPr>
            <a:xfrm>
              <a:off x="936172" y="2158818"/>
              <a:ext cx="4604658" cy="2862322"/>
              <a:chOff x="838200" y="1636304"/>
              <a:chExt cx="4604658" cy="286232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C209E-3AAC-89BA-52D8-0A7D66BC3254}"/>
                  </a:ext>
                </a:extLst>
              </p:cNvPr>
              <p:cNvSpPr txBox="1"/>
              <p:nvPr/>
            </p:nvSpPr>
            <p:spPr>
              <a:xfrm>
                <a:off x="838200" y="1636304"/>
                <a:ext cx="460465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Il modello a due fasi mette in evidenza come il processo di traduzione giace nella fase di massima corrente quasi costantemente e dunque in una condizione  in cui la sintesi proteica è ottimizzata.</a:t>
                </a:r>
              </a:p>
              <a:p>
                <a:r>
                  <a:rPr lang="it-IT" dirty="0"/>
                  <a:t>Infatti l’87% dei codoni ha un valore del rapporto      inferiore ad 1 e in generale il rapporto si trova sempre nel range [0.05; 3.38] con un valore di     , costante per tutti i codoni dell’ordine di 35       </a:t>
                </a: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974D6EB-055E-3A73-7B36-60B966BA6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1488" y="3292016"/>
                <a:ext cx="185052" cy="39187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71010AC-01B6-25CA-84CA-916EB964E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2279" y="3812725"/>
                <a:ext cx="192500" cy="3300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56E53DB-A2DB-1C47-D67A-DAE3E53D9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0000" y="4176000"/>
                <a:ext cx="285790" cy="247685"/>
              </a:xfrm>
              <a:prstGeom prst="rect">
                <a:avLst/>
              </a:prstGeom>
            </p:spPr>
          </p:pic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FEB877EE-07F8-9E97-EB5A-278B63A65C4F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Diagramma di fase e soluzioni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32C578-360E-D709-E9C9-F45AE8D85E44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AF81AB1-CC4E-3292-687B-4773A8F59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229D38-FABD-6001-8F66-30820AA06C40}"/>
              </a:ext>
            </a:extLst>
          </p:cNvPr>
          <p:cNvSpPr txBox="1"/>
          <p:nvPr/>
        </p:nvSpPr>
        <p:spPr>
          <a:xfrm>
            <a:off x="120663" y="76315"/>
            <a:ext cx="25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 [4]</a:t>
            </a:r>
          </a:p>
        </p:txBody>
      </p:sp>
    </p:spTree>
    <p:extLst>
      <p:ext uri="{BB962C8B-B14F-4D97-AF65-F5344CB8AC3E}">
        <p14:creationId xmlns:p14="http://schemas.microsoft.com/office/powerpoint/2010/main" val="2374431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8D832-0C2A-DA15-EE88-7483A3219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000" y="1494000"/>
            <a:ext cx="4949287" cy="49968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BC27B20-3382-F2E4-5CBB-C6F192D4BE07}"/>
              </a:ext>
            </a:extLst>
          </p:cNvPr>
          <p:cNvGrpSpPr/>
          <p:nvPr/>
        </p:nvGrpSpPr>
        <p:grpSpPr>
          <a:xfrm>
            <a:off x="849041" y="1461848"/>
            <a:ext cx="5116287" cy="3254828"/>
            <a:chOff x="707571" y="1948543"/>
            <a:chExt cx="5116287" cy="325482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B11084-7337-7700-5624-DC05B8A025EB}"/>
                </a:ext>
              </a:extLst>
            </p:cNvPr>
            <p:cNvSpPr/>
            <p:nvPr/>
          </p:nvSpPr>
          <p:spPr>
            <a:xfrm>
              <a:off x="707571" y="1948543"/>
              <a:ext cx="5116287" cy="325482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15BEE65-1765-810A-9778-845EE13C90A4}"/>
                </a:ext>
              </a:extLst>
            </p:cNvPr>
            <p:cNvGrpSpPr/>
            <p:nvPr/>
          </p:nvGrpSpPr>
          <p:grpSpPr>
            <a:xfrm>
              <a:off x="936172" y="2158818"/>
              <a:ext cx="4604658" cy="2862322"/>
              <a:chOff x="838200" y="1636304"/>
              <a:chExt cx="4604658" cy="286232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B595FD-DBE5-3F20-3EFD-E121EF40A2DB}"/>
                  </a:ext>
                </a:extLst>
              </p:cNvPr>
              <p:cNvSpPr txBox="1"/>
              <p:nvPr/>
            </p:nvSpPr>
            <p:spPr>
              <a:xfrm>
                <a:off x="838200" y="1636304"/>
                <a:ext cx="460465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Il modello a due fasi mette in evidenza come il processo di traduzione giace nella fase di massima corrente quasi costantemente e dunque in una condizione  in cui la sintesi proteica è ottimizzata.</a:t>
                </a:r>
              </a:p>
              <a:p>
                <a:r>
                  <a:rPr lang="it-IT" dirty="0"/>
                  <a:t>Infatti l’87% dei codoni ha un valore del rapporto      inferiore ad 1 e in generale il rapporto si trova sempre nel range [0.05; 3.38] con un valore di     , costante per tutti i codoni dell’ordine di 35      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E0E3B98-A347-99D0-BB03-BF07CD054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1488" y="3292016"/>
                <a:ext cx="185052" cy="39187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72D779C-F95A-7142-2C8F-96C51D418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2279" y="3812725"/>
                <a:ext cx="192500" cy="330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2053882-4537-563D-5BDB-41819D95A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0000" y="4176000"/>
                <a:ext cx="285790" cy="247685"/>
              </a:xfrm>
              <a:prstGeom prst="rect">
                <a:avLst/>
              </a:prstGeom>
            </p:spPr>
          </p:pic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5C29A2A-0C5B-5A57-95A1-258646FD6A43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Diagramma di fase e soluzioni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20EC59-235A-66AB-1A63-93B836633E15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E0E3BAE-33AC-5470-D4A9-6DC7B2ACE7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8B657F-61B4-607E-2572-BC8481F90D67}"/>
              </a:ext>
            </a:extLst>
          </p:cNvPr>
          <p:cNvSpPr/>
          <p:nvPr/>
        </p:nvSpPr>
        <p:spPr>
          <a:xfrm>
            <a:off x="295275" y="4972050"/>
            <a:ext cx="3883464" cy="1325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5E4A2-DA4E-4F09-8DAA-63FDB70B2D70}"/>
              </a:ext>
            </a:extLst>
          </p:cNvPr>
          <p:cNvSpPr txBox="1"/>
          <p:nvPr/>
        </p:nvSpPr>
        <p:spPr>
          <a:xfrm>
            <a:off x="298579" y="4949507"/>
            <a:ext cx="3880160" cy="13234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All’aumentare del valore di k la fase di massima corrente coincide con una valore della corrente massima ammessa minore rispetto al valore predetto dai modelli originali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C1A4F-EB03-44C7-7287-371C79EDC05A}"/>
              </a:ext>
            </a:extLst>
          </p:cNvPr>
          <p:cNvSpPr txBox="1"/>
          <p:nvPr/>
        </p:nvSpPr>
        <p:spPr>
          <a:xfrm>
            <a:off x="120663" y="76315"/>
            <a:ext cx="25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 [4]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506BCD-62B0-7425-791F-B637B3D6BB29}"/>
              </a:ext>
            </a:extLst>
          </p:cNvPr>
          <p:cNvGrpSpPr/>
          <p:nvPr/>
        </p:nvGrpSpPr>
        <p:grpSpPr>
          <a:xfrm>
            <a:off x="4204281" y="5239425"/>
            <a:ext cx="3872014" cy="1436541"/>
            <a:chOff x="4204281" y="5239425"/>
            <a:chExt cx="3872014" cy="143654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4FC5C73-67C2-1D1F-4470-9ECE90180C7B}"/>
                </a:ext>
              </a:extLst>
            </p:cNvPr>
            <p:cNvGrpSpPr/>
            <p:nvPr/>
          </p:nvGrpSpPr>
          <p:grpSpPr>
            <a:xfrm>
              <a:off x="4478694" y="5239425"/>
              <a:ext cx="3597601" cy="1436541"/>
              <a:chOff x="4478694" y="5239425"/>
              <a:chExt cx="3597601" cy="1436541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4B2B681-E44B-780D-A271-A1E6546EB66C}"/>
                  </a:ext>
                </a:extLst>
              </p:cNvPr>
              <p:cNvGrpSpPr/>
              <p:nvPr/>
            </p:nvGrpSpPr>
            <p:grpSpPr>
              <a:xfrm>
                <a:off x="4478694" y="5239425"/>
                <a:ext cx="3597601" cy="1436541"/>
                <a:chOff x="4305370" y="5242010"/>
                <a:chExt cx="3597601" cy="1436541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067E55B-C50B-127C-6353-CB34B4E1ACF4}"/>
                    </a:ext>
                  </a:extLst>
                </p:cNvPr>
                <p:cNvGrpSpPr/>
                <p:nvPr/>
              </p:nvGrpSpPr>
              <p:grpSpPr>
                <a:xfrm>
                  <a:off x="4305370" y="5242010"/>
                  <a:ext cx="2381582" cy="719666"/>
                  <a:chOff x="4210120" y="5251394"/>
                  <a:chExt cx="2381582" cy="719666"/>
                </a:xfrm>
              </p:grpSpPr>
              <p:pic>
                <p:nvPicPr>
                  <p:cNvPr id="3" name="Picture 2">
                    <a:extLst>
                      <a:ext uri="{FF2B5EF4-FFF2-40B4-BE49-F238E27FC236}">
                        <a16:creationId xmlns:a16="http://schemas.microsoft.com/office/drawing/2014/main" id="{AC5367F1-1D2F-030F-6248-A8A8626237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210120" y="5325579"/>
                    <a:ext cx="2381582" cy="552527"/>
                  </a:xfrm>
                  <a:prstGeom prst="rect">
                    <a:avLst/>
                  </a:prstGeom>
                </p:spPr>
              </p:pic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125F3409-0378-6AB4-041F-EF6DBA8EFCEB}"/>
                      </a:ext>
                    </a:extLst>
                  </p:cNvPr>
                  <p:cNvSpPr/>
                  <p:nvPr/>
                </p:nvSpPr>
                <p:spPr>
                  <a:xfrm>
                    <a:off x="5095875" y="5251394"/>
                    <a:ext cx="1390332" cy="719666"/>
                  </a:xfrm>
                  <a:prstGeom prst="ellipse">
                    <a:avLst/>
                  </a:prstGeom>
                  <a:noFill/>
                  <a:ln w="28575"/>
                  <a:effectLst>
                    <a:glow rad="38100">
                      <a:schemeClr val="accent1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/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12883802-C505-3E4C-4541-C131EACA6A2E}"/>
                    </a:ext>
                  </a:extLst>
                </p:cNvPr>
                <p:cNvGrpSpPr/>
                <p:nvPr/>
              </p:nvGrpSpPr>
              <p:grpSpPr>
                <a:xfrm>
                  <a:off x="4786546" y="6257931"/>
                  <a:ext cx="3116425" cy="420620"/>
                  <a:chOff x="4780325" y="6149255"/>
                  <a:chExt cx="3116425" cy="420620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CCE672E2-9979-67E9-0144-51D53F22EEB1}"/>
                      </a:ext>
                    </a:extLst>
                  </p:cNvPr>
                  <p:cNvGrpSpPr/>
                  <p:nvPr/>
                </p:nvGrpSpPr>
                <p:grpSpPr>
                  <a:xfrm>
                    <a:off x="4780325" y="6170320"/>
                    <a:ext cx="3116425" cy="391874"/>
                    <a:chOff x="5023244" y="6192328"/>
                    <a:chExt cx="3116425" cy="391874"/>
                  </a:xfrm>
                </p:grpSpPr>
                <p:pic>
                  <p:nvPicPr>
                    <p:cNvPr id="22" name="Picture 21">
                      <a:extLst>
                        <a:ext uri="{FF2B5EF4-FFF2-40B4-BE49-F238E27FC236}">
                          <a16:creationId xmlns:a16="http://schemas.microsoft.com/office/drawing/2014/main" id="{61ED3DA5-1134-869B-C046-D280AEC0877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917967" y="6192328"/>
                      <a:ext cx="185052" cy="39187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5BAC4161-84B9-BEE8-5188-6C18F647D2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23244" y="6242071"/>
                      <a:ext cx="3116425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it-IT" sz="1300" dirty="0"/>
                        <a:t>Dipendenza dal rapporto  </a:t>
                      </a:r>
                    </a:p>
                  </p:txBody>
                </p:sp>
              </p:grp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AA49558-6313-09AB-3D2D-77C1E916A82D}"/>
                      </a:ext>
                    </a:extLst>
                  </p:cNvPr>
                  <p:cNvSpPr/>
                  <p:nvPr/>
                </p:nvSpPr>
                <p:spPr>
                  <a:xfrm>
                    <a:off x="4780325" y="6149255"/>
                    <a:ext cx="2198973" cy="42062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2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/>
                  </a:p>
                </p:txBody>
              </p:sp>
            </p:grp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BCA3489D-0413-0BC5-08E4-299D2A204265}"/>
                    </a:ext>
                  </a:extLst>
                </p:cNvPr>
                <p:cNvCxnSpPr>
                  <a:stCxn id="28" idx="0"/>
                  <a:endCxn id="17" idx="4"/>
                </p:cNvCxnSpPr>
                <p:nvPr/>
              </p:nvCxnSpPr>
              <p:spPr>
                <a:xfrm flipV="1">
                  <a:off x="5886033" y="5961676"/>
                  <a:ext cx="258" cy="296255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D58E13B-F0CC-AEAE-A476-07F7FCA88B59}"/>
                  </a:ext>
                </a:extLst>
              </p:cNvPr>
              <p:cNvSpPr/>
              <p:nvPr/>
            </p:nvSpPr>
            <p:spPr>
              <a:xfrm>
                <a:off x="4478694" y="5480876"/>
                <a:ext cx="173324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99EF6ED-FB9B-B961-3A53-4257CAF40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04281" y="5477857"/>
              <a:ext cx="447737" cy="266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828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2FBC92C-20CB-3DD3-E43B-FFD0B631FF29}"/>
              </a:ext>
            </a:extLst>
          </p:cNvPr>
          <p:cNvGrpSpPr/>
          <p:nvPr/>
        </p:nvGrpSpPr>
        <p:grpSpPr>
          <a:xfrm>
            <a:off x="3039643" y="1565053"/>
            <a:ext cx="6389913" cy="1614513"/>
            <a:chOff x="642257" y="1513114"/>
            <a:chExt cx="6368143" cy="164124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95F8DE-D662-3583-8A08-8A774F059A1A}"/>
                </a:ext>
              </a:extLst>
            </p:cNvPr>
            <p:cNvSpPr/>
            <p:nvPr/>
          </p:nvSpPr>
          <p:spPr>
            <a:xfrm>
              <a:off x="642257" y="1513114"/>
              <a:ext cx="6368143" cy="154577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63CEE1C-72BC-3495-D3C1-5964426FCE03}"/>
                </a:ext>
              </a:extLst>
            </p:cNvPr>
            <p:cNvGrpSpPr/>
            <p:nvPr/>
          </p:nvGrpSpPr>
          <p:grpSpPr>
            <a:xfrm>
              <a:off x="783976" y="1652570"/>
              <a:ext cx="6071041" cy="1501786"/>
              <a:chOff x="1241175" y="1690688"/>
              <a:chExt cx="6071041" cy="150178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51E8C9-447E-709F-0FF3-425E114449AD}"/>
                  </a:ext>
                </a:extLst>
              </p:cNvPr>
              <p:cNvSpPr txBox="1"/>
              <p:nvPr/>
            </p:nvSpPr>
            <p:spPr>
              <a:xfrm>
                <a:off x="1241175" y="1690688"/>
                <a:ext cx="6071041" cy="1501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u="sng" dirty="0"/>
                  <a:t>Differenze dai modelli precedenti: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i rate di salto dipendono dal particolare sito </a:t>
                </a:r>
                <a:r>
                  <a:rPr lang="it-IT" i="1" dirty="0"/>
                  <a:t>i</a:t>
                </a:r>
                <a:r>
                  <a:rPr lang="it-IT" dirty="0"/>
                  <a:t> considerato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il ribosoma è visto come un oggetto esteso di lunghezza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la posizione del ribosoma è definito dal </a:t>
                </a:r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tracking site</a:t>
                </a: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51DDA40-C28C-B09F-3DAB-4654780DBA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86555" y="2298514"/>
                <a:ext cx="104790" cy="257211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4227633-6369-EDD8-8C01-40545AFA8F05}"/>
              </a:ext>
            </a:extLst>
          </p:cNvPr>
          <p:cNvGrpSpPr/>
          <p:nvPr/>
        </p:nvGrpSpPr>
        <p:grpSpPr>
          <a:xfrm>
            <a:off x="582984" y="3222836"/>
            <a:ext cx="11303229" cy="2641338"/>
            <a:chOff x="355491" y="3851537"/>
            <a:chExt cx="11303229" cy="264133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C9CD4F-8D3C-409A-EE31-BF94EDB8BA7E}"/>
                </a:ext>
              </a:extLst>
            </p:cNvPr>
            <p:cNvGrpSpPr/>
            <p:nvPr/>
          </p:nvGrpSpPr>
          <p:grpSpPr>
            <a:xfrm>
              <a:off x="355491" y="4436900"/>
              <a:ext cx="3381847" cy="1123286"/>
              <a:chOff x="7638133" y="1707051"/>
              <a:chExt cx="3381847" cy="1123286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FFE541A-0719-A8B4-1597-614F8674C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38133" y="2096810"/>
                <a:ext cx="3381847" cy="73352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DB3C15-CFE0-86D0-7A4C-12C3265BFB18}"/>
                  </a:ext>
                </a:extLst>
              </p:cNvPr>
              <p:cNvSpPr txBox="1"/>
              <p:nvPr/>
            </p:nvSpPr>
            <p:spPr>
              <a:xfrm>
                <a:off x="8051270" y="1707051"/>
                <a:ext cx="26715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u="sng" dirty="0"/>
                  <a:t>Numero di occupazione</a:t>
                </a: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FA672D-F7FD-8398-43E6-682BBAE52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2869" y="3851537"/>
              <a:ext cx="5915851" cy="1124107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767193-FA6C-6618-57ED-EEA1B065FE27}"/>
                </a:ext>
              </a:extLst>
            </p:cNvPr>
            <p:cNvGrpSpPr/>
            <p:nvPr/>
          </p:nvGrpSpPr>
          <p:grpSpPr>
            <a:xfrm>
              <a:off x="6004162" y="5206822"/>
              <a:ext cx="2410161" cy="1286053"/>
              <a:chOff x="6167448" y="4974823"/>
              <a:chExt cx="2410161" cy="128605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13556E29-D3AD-2E09-11AA-5BC0B6F31B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7448" y="5641665"/>
                <a:ext cx="2410161" cy="619211"/>
              </a:xfrm>
              <a:prstGeom prst="rect">
                <a:avLst/>
              </a:prstGeom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0A01AA5-87A8-F779-2607-DFEE9A974AD4}"/>
                  </a:ext>
                </a:extLst>
              </p:cNvPr>
              <p:cNvGrpSpPr/>
              <p:nvPr/>
            </p:nvGrpSpPr>
            <p:grpSpPr>
              <a:xfrm>
                <a:off x="6167448" y="4974823"/>
                <a:ext cx="2410161" cy="666843"/>
                <a:chOff x="6167448" y="4974823"/>
                <a:chExt cx="2410161" cy="666843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1AE198D9-05C9-11ED-4A7C-B2B1DD457D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67448" y="5084786"/>
                  <a:ext cx="924054" cy="447737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31549577-631F-898D-8B85-6595449779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01081" y="4974823"/>
                  <a:ext cx="1276528" cy="666843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2677BB8-2BFC-FEDD-866C-33CE0AB5C9A3}"/>
                </a:ext>
              </a:extLst>
            </p:cNvPr>
            <p:cNvCxnSpPr>
              <a:cxnSpLocks/>
            </p:cNvCxnSpPr>
            <p:nvPr/>
          </p:nvCxnSpPr>
          <p:spPr>
            <a:xfrm>
              <a:off x="4326574" y="5120565"/>
              <a:ext cx="1356551" cy="6439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809538A-4D45-2A25-986F-C8C2D2359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6721" y="4424477"/>
              <a:ext cx="1396148" cy="6960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8451811-AFAB-0AFA-D802-B0B4B01E3014}"/>
                </a:ext>
              </a:extLst>
            </p:cNvPr>
            <p:cNvSpPr txBox="1"/>
            <p:nvPr/>
          </p:nvSpPr>
          <p:spPr>
            <a:xfrm rot="1612560">
              <a:off x="4611427" y="5170423"/>
              <a:ext cx="12987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dirty="0"/>
                <a:t>Corrente 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6E741BD-740B-9325-4A7B-190FE2CA83AA}"/>
                </a:ext>
              </a:extLst>
            </p:cNvPr>
            <p:cNvGrpSpPr/>
            <p:nvPr/>
          </p:nvGrpSpPr>
          <p:grpSpPr>
            <a:xfrm>
              <a:off x="4346721" y="4358447"/>
              <a:ext cx="1143518" cy="1435391"/>
              <a:chOff x="4346721" y="4358447"/>
              <a:chExt cx="1143518" cy="143539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58836D-2CB1-5D09-92F5-2E304728FF66}"/>
                  </a:ext>
                </a:extLst>
              </p:cNvPr>
              <p:cNvSpPr txBox="1"/>
              <p:nvPr/>
            </p:nvSpPr>
            <p:spPr>
              <a:xfrm rot="19313577">
                <a:off x="4594474" y="4644650"/>
                <a:ext cx="18473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it-IT" sz="15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882A356-E8C0-ECF9-2470-D8C13B540E14}"/>
                  </a:ext>
                </a:extLst>
              </p:cNvPr>
              <p:cNvSpPr txBox="1"/>
              <p:nvPr/>
            </p:nvSpPr>
            <p:spPr>
              <a:xfrm rot="19932426">
                <a:off x="4346721" y="4358447"/>
                <a:ext cx="1143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Dinamica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16F288-4333-0AEA-4404-CD13C51C9C2F}"/>
                  </a:ext>
                </a:extLst>
              </p:cNvPr>
              <p:cNvSpPr txBox="1"/>
              <p:nvPr/>
            </p:nvSpPr>
            <p:spPr>
              <a:xfrm rot="1658298">
                <a:off x="4444433" y="5424506"/>
                <a:ext cx="956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Densità</a:t>
                </a:r>
              </a:p>
            </p:txBody>
          </p:sp>
        </p:grp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987783CF-F5A5-3772-610D-A63B1C25A082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Definizione del modello e transizioni permesse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49B4CE-059D-9DD2-AE98-EC84CD86B2CF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007287-59BC-2FF4-A233-E37C682BA8EC}"/>
              </a:ext>
            </a:extLst>
          </p:cNvPr>
          <p:cNvSpPr txBox="1"/>
          <p:nvPr/>
        </p:nvSpPr>
        <p:spPr>
          <a:xfrm>
            <a:off x="120663" y="76315"/>
            <a:ext cx="276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inomogeneo [5]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8E7A1E-2F13-2E4E-761C-34E4FB212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697467-F3F7-E179-EB72-B9B350490EBA}"/>
              </a:ext>
            </a:extLst>
          </p:cNvPr>
          <p:cNvSpPr txBox="1"/>
          <p:nvPr/>
        </p:nvSpPr>
        <p:spPr>
          <a:xfrm>
            <a:off x="1595569" y="6082679"/>
            <a:ext cx="900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glow rad="101600">
                    <a:schemeClr val="accent1">
                      <a:lumMod val="60000"/>
                      <a:lumOff val="40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Il modello inomogeneo a differenza dei precedenti non ha una risoluzione analitica esatta</a:t>
            </a:r>
          </a:p>
        </p:txBody>
      </p:sp>
    </p:spTree>
    <p:extLst>
      <p:ext uri="{BB962C8B-B14F-4D97-AF65-F5344CB8AC3E}">
        <p14:creationId xmlns:p14="http://schemas.microsoft.com/office/powerpoint/2010/main" val="412053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6768312-E71C-308D-4377-F731215FBAD3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Approssimazione in serie di potenze (PSA)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BAA7F3-E9A8-B33D-FA6C-D06F9D1504EF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3F4A2B-268C-A67D-9047-FBF6BA60B0B8}"/>
              </a:ext>
            </a:extLst>
          </p:cNvPr>
          <p:cNvSpPr txBox="1"/>
          <p:nvPr/>
        </p:nvSpPr>
        <p:spPr>
          <a:xfrm>
            <a:off x="120663" y="76315"/>
            <a:ext cx="276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inomogeneo [5]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47D17B-980D-1E9B-69E9-0A1A990B4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8DB99C-D9C9-052C-5D2D-D91B1E64D298}"/>
              </a:ext>
            </a:extLst>
          </p:cNvPr>
          <p:cNvSpPr/>
          <p:nvPr/>
        </p:nvSpPr>
        <p:spPr>
          <a:xfrm>
            <a:off x="8077861" y="2015412"/>
            <a:ext cx="254376" cy="214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063A40-E374-EDD3-3A51-510326873FFE}"/>
              </a:ext>
            </a:extLst>
          </p:cNvPr>
          <p:cNvGrpSpPr/>
          <p:nvPr/>
        </p:nvGrpSpPr>
        <p:grpSpPr>
          <a:xfrm>
            <a:off x="355789" y="3718493"/>
            <a:ext cx="11480423" cy="2507998"/>
            <a:chOff x="516982" y="3718493"/>
            <a:chExt cx="11480423" cy="2507998"/>
          </a:xfrm>
        </p:grpSpPr>
        <p:sp>
          <p:nvSpPr>
            <p:cNvPr id="30" name="Callout: Right Arrow 29">
              <a:extLst>
                <a:ext uri="{FF2B5EF4-FFF2-40B4-BE49-F238E27FC236}">
                  <a16:creationId xmlns:a16="http://schemas.microsoft.com/office/drawing/2014/main" id="{F074587B-9D21-AC92-5C55-407F6A4F4778}"/>
                </a:ext>
              </a:extLst>
            </p:cNvPr>
            <p:cNvSpPr/>
            <p:nvPr/>
          </p:nvSpPr>
          <p:spPr>
            <a:xfrm>
              <a:off x="516982" y="4202512"/>
              <a:ext cx="5354993" cy="1595534"/>
            </a:xfrm>
            <a:prstGeom prst="rightArrowCallout">
              <a:avLst>
                <a:gd name="adj1" fmla="val 11031"/>
                <a:gd name="adj2" fmla="val 9737"/>
                <a:gd name="adj3" fmla="val 11198"/>
                <a:gd name="adj4" fmla="val 92196"/>
              </a:avLst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ADAB55-0822-6FEC-1459-17006DCDCCEE}"/>
                </a:ext>
              </a:extLst>
            </p:cNvPr>
            <p:cNvSpPr txBox="1"/>
            <p:nvPr/>
          </p:nvSpPr>
          <p:spPr>
            <a:xfrm>
              <a:off x="1992120" y="3718493"/>
              <a:ext cx="1890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Master equation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951E009-0CAF-45FE-E47B-3BEB73815810}"/>
                </a:ext>
              </a:extLst>
            </p:cNvPr>
            <p:cNvGrpSpPr/>
            <p:nvPr/>
          </p:nvGrpSpPr>
          <p:grpSpPr>
            <a:xfrm>
              <a:off x="633795" y="4384838"/>
              <a:ext cx="4739951" cy="1162772"/>
              <a:chOff x="1406182" y="4131712"/>
              <a:chExt cx="5541586" cy="1106585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CD9225A-E79A-AD78-2B31-D58B38F4C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6182" y="4131712"/>
                <a:ext cx="5541586" cy="638719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6FBC54F-574B-D0B5-B651-7E3540A2D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31708" y="4746170"/>
                <a:ext cx="2326531" cy="492127"/>
              </a:xfrm>
              <a:prstGeom prst="rect">
                <a:avLst/>
              </a:prstGeom>
            </p:spPr>
          </p:pic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C38C6E9-C17F-AF22-3376-707F23C2E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71975" y="3816330"/>
              <a:ext cx="6125430" cy="241016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FEAAD9-44A9-64E6-CE01-7CD1FB9B2783}"/>
                </a:ext>
              </a:extLst>
            </p:cNvPr>
            <p:cNvSpPr txBox="1"/>
            <p:nvPr/>
          </p:nvSpPr>
          <p:spPr>
            <a:xfrm>
              <a:off x="542413" y="5055167"/>
              <a:ext cx="268509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300" i="1" dirty="0"/>
                <a:t>Configurazione riscritta in funzione alla posizione del tracking site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2AE115-84F8-1557-C02E-BA6FEBB346E5}"/>
              </a:ext>
            </a:extLst>
          </p:cNvPr>
          <p:cNvGrpSpPr/>
          <p:nvPr/>
        </p:nvGrpSpPr>
        <p:grpSpPr>
          <a:xfrm>
            <a:off x="476548" y="1659784"/>
            <a:ext cx="11238903" cy="1703081"/>
            <a:chOff x="582983" y="1771210"/>
            <a:chExt cx="11238903" cy="170308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AA34208-FE8C-9FF7-0C56-6B6CA414E2B8}"/>
                </a:ext>
              </a:extLst>
            </p:cNvPr>
            <p:cNvSpPr/>
            <p:nvPr/>
          </p:nvSpPr>
          <p:spPr>
            <a:xfrm>
              <a:off x="582983" y="1771210"/>
              <a:ext cx="11238903" cy="17030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1B70113-6128-5364-1CA6-260B4BCF65F6}"/>
                </a:ext>
              </a:extLst>
            </p:cNvPr>
            <p:cNvGrpSpPr/>
            <p:nvPr/>
          </p:nvGrpSpPr>
          <p:grpSpPr>
            <a:xfrm>
              <a:off x="582984" y="2145096"/>
              <a:ext cx="7254273" cy="923330"/>
              <a:chOff x="1094612" y="1994176"/>
              <a:chExt cx="7254273" cy="92333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3ACB4AD-8076-803C-10C0-532E26027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29303" y="2084314"/>
                <a:ext cx="2019582" cy="743054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36C99B-CEB2-1F1B-2F42-05616A8DEC4C}"/>
                  </a:ext>
                </a:extLst>
              </p:cNvPr>
              <p:cNvSpPr txBox="1"/>
              <p:nvPr/>
            </p:nvSpPr>
            <p:spPr>
              <a:xfrm>
                <a:off x="1094612" y="1994176"/>
                <a:ext cx="51053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L’espansione in serie si effettua sul rate di iniezione del reticolo (α), essendo il più piccolo del processo biologico</a:t>
                </a:r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D0C3D1C-6232-1DA7-30C2-44FD545F7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08062" y="1977780"/>
              <a:ext cx="3600953" cy="120031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6BE9698-DCC0-F85B-718D-E3A20E1925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3497" y="2229975"/>
            <a:ext cx="200053" cy="147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4C500-4703-9845-78EB-68249FF579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5393" y="2229171"/>
            <a:ext cx="200053" cy="1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96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1AC44-4270-26D7-C6ED-122CFF97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458" y="1826263"/>
            <a:ext cx="7707086" cy="2356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184C23-4CEB-AA0F-251F-CBEB88858A90}"/>
              </a:ext>
            </a:extLst>
          </p:cNvPr>
          <p:cNvSpPr txBox="1"/>
          <p:nvPr/>
        </p:nvSpPr>
        <p:spPr>
          <a:xfrm>
            <a:off x="1758045" y="1450128"/>
            <a:ext cx="8675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coefficienti dell’approssimazione in serie di potenze possono essere calcolati come: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5DE4A3-7DED-C79D-B3FE-183D87AA784F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Risoluzione iterativa del modello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E5AB22-6CC4-FC51-CD56-8E5766073F98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1DF893-4962-69CF-E2F3-A8581BD2C4CC}"/>
              </a:ext>
            </a:extLst>
          </p:cNvPr>
          <p:cNvSpPr txBox="1"/>
          <p:nvPr/>
        </p:nvSpPr>
        <p:spPr>
          <a:xfrm>
            <a:off x="120663" y="76315"/>
            <a:ext cx="141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TASEPy [5,6]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AE5D2F-7F1F-D4EB-857D-84D20BCD609A}"/>
              </a:ext>
            </a:extLst>
          </p:cNvPr>
          <p:cNvGrpSpPr/>
          <p:nvPr/>
        </p:nvGrpSpPr>
        <p:grpSpPr>
          <a:xfrm>
            <a:off x="321526" y="4284136"/>
            <a:ext cx="11948008" cy="2247472"/>
            <a:chOff x="169126" y="4423884"/>
            <a:chExt cx="11948008" cy="22474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417D3D3-3C85-5834-6C50-7381EAAD74A6}"/>
                </a:ext>
              </a:extLst>
            </p:cNvPr>
            <p:cNvGrpSpPr/>
            <p:nvPr/>
          </p:nvGrpSpPr>
          <p:grpSpPr>
            <a:xfrm>
              <a:off x="169126" y="4504535"/>
              <a:ext cx="11948008" cy="2166821"/>
              <a:chOff x="169126" y="4755504"/>
              <a:chExt cx="11948008" cy="216682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254581-0A0A-1369-3ADE-4B65080DDD8A}"/>
                  </a:ext>
                </a:extLst>
              </p:cNvPr>
              <p:cNvSpPr txBox="1"/>
              <p:nvPr/>
            </p:nvSpPr>
            <p:spPr>
              <a:xfrm>
                <a:off x="8750758" y="4761925"/>
                <a:ext cx="336637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 rtl="0" eaLnBrk="1" latinLnBrk="0" hangingPunct="1">
                  <a:buFont typeface="Arial" panose="020B0604020202020204" pitchFamily="34" charset="0"/>
                  <a:buChar char="•"/>
                </a:pPr>
                <a:r>
                  <a:rPr lang="it-IT" sz="1500" b="1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Termine d: </a:t>
                </a:r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elimina il contributo</a:t>
                </a:r>
              </a:p>
              <a:p>
                <a:pPr algn="l" rtl="0" eaLnBrk="1" latinLnBrk="0" hangingPunct="1"/>
                <a:r>
                  <a:rPr lang="it-IT" sz="15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               </a:t>
                </a:r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della</a:t>
                </a:r>
                <a:r>
                  <a:rPr lang="it-IT" sz="1500" dirty="0"/>
                  <a:t> </a:t>
                </a:r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configurazione C</a:t>
                </a:r>
                <a:endParaRPr lang="it-IT" sz="1500" dirty="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  <a:p>
                <a:pPr algn="l" rtl="0" eaLnBrk="1" latinLnBrk="0" hangingPunct="1"/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                                 stessa ad</a:t>
                </a:r>
                <a:r>
                  <a:rPr lang="it-IT" sz="1500" dirty="0"/>
                  <a:t> </a:t>
                </a:r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un ordine</a:t>
                </a:r>
              </a:p>
              <a:p>
                <a:pPr algn="l" rtl="0" eaLnBrk="1" latinLnBrk="0" hangingPunct="1"/>
                <a:r>
                  <a:rPr lang="it-IT" sz="1500" dirty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                                  </a:t>
                </a:r>
                <a:r>
                  <a:rPr lang="it-IT" sz="1500" kern="12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+mn-ea"/>
                    <a:cs typeface="+mn-cs"/>
                  </a:rPr>
                  <a:t>inferiore</a:t>
                </a:r>
                <a:endParaRPr lang="it-IT" sz="1500" dirty="0">
                  <a:effectLst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26A321B-4E9A-CDD1-61A5-6254C550B251}"/>
                  </a:ext>
                </a:extLst>
              </p:cNvPr>
              <p:cNvGrpSpPr/>
              <p:nvPr/>
            </p:nvGrpSpPr>
            <p:grpSpPr>
              <a:xfrm>
                <a:off x="169126" y="4755504"/>
                <a:ext cx="8646413" cy="2166821"/>
                <a:chOff x="169126" y="4755504"/>
                <a:chExt cx="8646413" cy="2166821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97C05C-474D-35EA-BD16-75A2CED66530}"/>
                    </a:ext>
                  </a:extLst>
                </p:cNvPr>
                <p:cNvSpPr txBox="1"/>
                <p:nvPr/>
              </p:nvSpPr>
              <p:spPr>
                <a:xfrm>
                  <a:off x="169126" y="5216451"/>
                  <a:ext cx="8309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b="1" u="sng" dirty="0"/>
                    <a:t>Dove</a:t>
                  </a:r>
                  <a:r>
                    <a:rPr lang="it-IT" dirty="0"/>
                    <a:t>: 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3A6E9EB-B643-92A9-6445-83089A7CCCD1}"/>
                    </a:ext>
                  </a:extLst>
                </p:cNvPr>
                <p:cNvSpPr txBox="1"/>
                <p:nvPr/>
              </p:nvSpPr>
              <p:spPr>
                <a:xfrm>
                  <a:off x="1317999" y="5362089"/>
                  <a:ext cx="3940384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it-IT" sz="1500" b="1" dirty="0"/>
                    <a:t>Termine</a:t>
                  </a:r>
                  <a:r>
                    <a:rPr lang="it-IT" b="1" dirty="0"/>
                    <a:t> </a:t>
                  </a:r>
                  <a:r>
                    <a:rPr lang="it-IT" sz="1500" b="1" dirty="0"/>
                    <a:t>a: </a:t>
                  </a:r>
                  <a:r>
                    <a:rPr lang="it-IT" sz="1500" dirty="0"/>
                    <a:t>contributo dell’ordine n-1</a:t>
                  </a:r>
                </a:p>
                <a:p>
                  <a:r>
                    <a:rPr lang="it-IT" sz="1500" b="1" dirty="0"/>
                    <a:t>                                </a:t>
                  </a:r>
                  <a:r>
                    <a:rPr lang="it-IT" sz="1500" dirty="0"/>
                    <a:t>nel caso in cui la prima</a:t>
                  </a:r>
                </a:p>
                <a:p>
                  <a:r>
                    <a:rPr lang="it-IT" sz="1500" dirty="0"/>
                    <a:t>                                particella si trovi in x(1) = 1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E5A881E-56BC-513B-5186-1CC413A9EF2F}"/>
                    </a:ext>
                  </a:extLst>
                </p:cNvPr>
                <p:cNvSpPr txBox="1"/>
                <p:nvPr/>
              </p:nvSpPr>
              <p:spPr>
                <a:xfrm>
                  <a:off x="5134754" y="4755504"/>
                  <a:ext cx="3680785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it-IT" sz="1500" b="1" dirty="0"/>
                    <a:t>Termini b</a:t>
                  </a:r>
                  <a:r>
                    <a:rPr lang="it-IT" sz="1500" dirty="0"/>
                    <a:t>: contributo derivante da ogni</a:t>
                  </a:r>
                </a:p>
                <a:p>
                  <a:r>
                    <a:rPr lang="it-IT" sz="1500" dirty="0"/>
                    <a:t>                               configurazione da cui è</a:t>
                  </a:r>
                </a:p>
                <a:p>
                  <a:r>
                    <a:rPr lang="it-IT" sz="1500" dirty="0"/>
                    <a:t>                               potuta derivare la</a:t>
                  </a:r>
                </a:p>
                <a:p>
                  <a:r>
                    <a:rPr lang="it-IT" sz="1500" dirty="0"/>
                    <a:t>                                configurazione sotto analisi 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D99C204-3A2C-E51A-D045-C5B65F43758A}"/>
                    </a:ext>
                  </a:extLst>
                </p:cNvPr>
                <p:cNvSpPr txBox="1"/>
                <p:nvPr/>
              </p:nvSpPr>
              <p:spPr>
                <a:xfrm>
                  <a:off x="5258383" y="5906662"/>
                  <a:ext cx="3464108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 algn="l" rtl="0" eaLnBrk="1" latinLnBrk="0" hangingPunct="1">
                    <a:buFont typeface="Arial" panose="020B0604020202020204" pitchFamily="34" charset="0"/>
                    <a:buChar char="•"/>
                  </a:pPr>
                  <a:r>
                    <a:rPr lang="it-IT" sz="1500" b="1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Termine c: </a:t>
                  </a:r>
                  <a:r>
                    <a:rPr lang="it-IT" sz="1500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contributo della</a:t>
                  </a:r>
                  <a:endParaRPr lang="it-IT" sz="1500" dirty="0"/>
                </a:p>
                <a:p>
                  <a:pPr algn="l" rtl="0" eaLnBrk="1" latinLnBrk="0" hangingPunct="1"/>
                  <a:r>
                    <a:rPr lang="it-IT" sz="1500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                                configurazione che ha</a:t>
                  </a:r>
                </a:p>
                <a:p>
                  <a:pPr algn="l" rtl="0" eaLnBrk="1" latinLnBrk="0" hangingPunct="1"/>
                  <a:r>
                    <a:rPr lang="it-IT" sz="1500" dirty="0">
                      <a:solidFill>
                        <a:srgbClr val="000000"/>
                      </a:solidFill>
                      <a:latin typeface="Aptos" panose="020B0004020202020204" pitchFamily="34" charset="0"/>
                    </a:rPr>
                    <a:t>                                </a:t>
                  </a:r>
                  <a:r>
                    <a:rPr lang="it-IT" sz="1500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una</a:t>
                  </a:r>
                  <a:r>
                    <a:rPr lang="it-IT" sz="1500" dirty="0"/>
                    <a:t> </a:t>
                  </a:r>
                  <a:r>
                    <a:rPr lang="it-IT" sz="1500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particella in più nel</a:t>
                  </a:r>
                </a:p>
                <a:p>
                  <a:pPr algn="l" rtl="0" eaLnBrk="1" latinLnBrk="0" hangingPunct="1"/>
                  <a:r>
                    <a:rPr lang="it-IT" sz="1500" dirty="0">
                      <a:solidFill>
                        <a:srgbClr val="000000"/>
                      </a:solidFill>
                      <a:latin typeface="Aptos" panose="020B0004020202020204" pitchFamily="34" charset="0"/>
                    </a:rPr>
                    <a:t>                                </a:t>
                  </a:r>
                  <a:r>
                    <a:rPr lang="it-IT" sz="1500" kern="1200" dirty="0">
                      <a:solidFill>
                        <a:srgbClr val="000000"/>
                      </a:solidFill>
                      <a:effectLst/>
                      <a:latin typeface="Aptos" panose="020B0004020202020204" pitchFamily="34" charset="0"/>
                      <a:ea typeface="+mn-ea"/>
                      <a:cs typeface="+mn-cs"/>
                    </a:rPr>
                    <a:t>sito L</a:t>
                  </a:r>
                  <a:endParaRPr lang="it-IT" sz="1500" dirty="0">
                    <a:effectLst/>
                  </a:endParaRP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BF39EB-1608-356A-64B4-59257FCC0816}"/>
                </a:ext>
              </a:extLst>
            </p:cNvPr>
            <p:cNvGrpSpPr/>
            <p:nvPr/>
          </p:nvGrpSpPr>
          <p:grpSpPr>
            <a:xfrm>
              <a:off x="1270115" y="4423884"/>
              <a:ext cx="3594648" cy="495369"/>
              <a:chOff x="899772" y="4654779"/>
              <a:chExt cx="3594648" cy="49536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A867D1-20B7-E843-B1D0-1833EAFF7B40}"/>
                  </a:ext>
                </a:extLst>
              </p:cNvPr>
              <p:cNvSpPr txBox="1"/>
              <p:nvPr/>
            </p:nvSpPr>
            <p:spPr>
              <a:xfrm>
                <a:off x="899772" y="4757671"/>
                <a:ext cx="151842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500" dirty="0"/>
                  <a:t>Punto </a:t>
                </a:r>
                <a:r>
                  <a:rPr lang="it-IT" sz="1500" dirty="0" err="1"/>
                  <a:t>stuido</a:t>
                </a:r>
                <a:endParaRPr lang="it-IT" sz="1500" dirty="0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6F206BD-6D99-28D8-A891-CE1C2BD53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0678" y="4654779"/>
                <a:ext cx="3343742" cy="495369"/>
              </a:xfrm>
              <a:prstGeom prst="rect">
                <a:avLst/>
              </a:prstGeom>
            </p:spPr>
          </p:pic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AB494F1F-B38C-8D44-3321-1952CDE1B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45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DA23D0C-F1FB-A97D-2341-FCEEE65CF71D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Semplificare</a:t>
            </a:r>
            <a:r>
              <a:rPr lang="it-IT" sz="1800" b="1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 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velocizzare i calcoli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12D580-5ECE-1D25-42ED-4DDBE6F80789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16D511-DC2C-995C-9122-5CD2F6C337B0}"/>
              </a:ext>
            </a:extLst>
          </p:cNvPr>
          <p:cNvSpPr txBox="1"/>
          <p:nvPr/>
        </p:nvSpPr>
        <p:spPr>
          <a:xfrm>
            <a:off x="120663" y="76315"/>
            <a:ext cx="141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TASEPy [5,6]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370620-E827-7966-B03F-A662C4229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97E3A69-FE67-8FDD-A082-64EBCB5F1456}"/>
              </a:ext>
            </a:extLst>
          </p:cNvPr>
          <p:cNvGrpSpPr/>
          <p:nvPr/>
        </p:nvGrpSpPr>
        <p:grpSpPr>
          <a:xfrm>
            <a:off x="335903" y="2258008"/>
            <a:ext cx="11414572" cy="2927243"/>
            <a:chOff x="400969" y="2470829"/>
            <a:chExt cx="11308949" cy="2714422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1C4DE14-8A2F-547C-8E92-58C7A81094B6}"/>
                </a:ext>
              </a:extLst>
            </p:cNvPr>
            <p:cNvSpPr/>
            <p:nvPr/>
          </p:nvSpPr>
          <p:spPr>
            <a:xfrm>
              <a:off x="400969" y="2470829"/>
              <a:ext cx="11308949" cy="27144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75F4A55-1444-D195-8ED8-08C5132A9118}"/>
                </a:ext>
              </a:extLst>
            </p:cNvPr>
            <p:cNvGrpSpPr/>
            <p:nvPr/>
          </p:nvGrpSpPr>
          <p:grpSpPr>
            <a:xfrm>
              <a:off x="432737" y="2557519"/>
              <a:ext cx="11063729" cy="2564202"/>
              <a:chOff x="1239842" y="1546784"/>
              <a:chExt cx="11063729" cy="256420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0D5D1C9-6CBF-8EAF-9541-2296F911499F}"/>
                  </a:ext>
                </a:extLst>
              </p:cNvPr>
              <p:cNvSpPr txBox="1"/>
              <p:nvPr/>
            </p:nvSpPr>
            <p:spPr>
              <a:xfrm>
                <a:off x="3956896" y="1546784"/>
                <a:ext cx="64047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2200" b="1" dirty="0"/>
                  <a:t>Il pacchetto TASEPy introduce 4 diverse funzioni:</a:t>
                </a:r>
              </a:p>
              <a:p>
                <a:endParaRPr lang="it-IT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78D5A90-7BB5-B4E0-7766-559389166E99}"/>
                  </a:ext>
                </a:extLst>
              </p:cNvPr>
              <p:cNvGrpSpPr/>
              <p:nvPr/>
            </p:nvGrpSpPr>
            <p:grpSpPr>
              <a:xfrm>
                <a:off x="1239842" y="2135897"/>
                <a:ext cx="6398636" cy="923330"/>
                <a:chOff x="838200" y="2226716"/>
                <a:chExt cx="6398636" cy="923330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59C0B06-F386-ABA0-AB8E-6CA2E8A14708}"/>
                    </a:ext>
                  </a:extLst>
                </p:cNvPr>
                <p:cNvSpPr txBox="1"/>
                <p:nvPr/>
              </p:nvSpPr>
              <p:spPr>
                <a:xfrm>
                  <a:off x="838200" y="2226716"/>
                  <a:ext cx="63986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1.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psa_compute</a:t>
                  </a:r>
                  <a:r>
                    <a:rPr lang="it-IT" dirty="0"/>
                    <a:t>: partendo dalla matrice dei rate di salto, l’ordine massimo dell’espansione in serie (K) e la lunghezza ribosoma permette di calcolare i coefficienti </a:t>
                  </a:r>
                  <a:endParaRPr lang="it-IT" b="1" dirty="0"/>
                </a:p>
              </p:txBody>
            </p:sp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F56DFCF3-71E9-25B8-7FE3-6ED8EECF6E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71999" y="2844000"/>
                  <a:ext cx="724001" cy="276264"/>
                </a:xfrm>
                <a:prstGeom prst="rect">
                  <a:avLst/>
                </a:prstGeom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6DF7A1B-2ABD-8BCF-485D-EA6F4555D249}"/>
                  </a:ext>
                </a:extLst>
              </p:cNvPr>
              <p:cNvGrpSpPr/>
              <p:nvPr/>
            </p:nvGrpSpPr>
            <p:grpSpPr>
              <a:xfrm>
                <a:off x="1251533" y="3022103"/>
                <a:ext cx="6193971" cy="1088883"/>
                <a:chOff x="838199" y="3302951"/>
                <a:chExt cx="6193971" cy="1088883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8A5FA748-EBBC-0828-0B75-04556EDB19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5842" y="3708000"/>
                  <a:ext cx="1570971" cy="683834"/>
                </a:xfrm>
                <a:prstGeom prst="rect">
                  <a:avLst/>
                </a:prstGeom>
              </p:spPr>
            </p:pic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6B44DB-A2E3-BCF8-21C4-86ECD4B24303}"/>
                    </a:ext>
                  </a:extLst>
                </p:cNvPr>
                <p:cNvSpPr txBox="1"/>
                <p:nvPr/>
              </p:nvSpPr>
              <p:spPr>
                <a:xfrm>
                  <a:off x="838199" y="3302951"/>
                  <a:ext cx="619397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2.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local_density: </a:t>
                  </a:r>
                  <a:r>
                    <a:rPr lang="it-IT" dirty="0"/>
                    <a:t>partendo da un dato rate alpha permette</a:t>
                  </a:r>
                </a:p>
                <a:p>
                  <a:endParaRPr lang="it-IT" dirty="0"/>
                </a:p>
                <a:p>
                  <a:r>
                    <a:rPr lang="it-IT" dirty="0"/>
                    <a:t>il calcolo di                                  per ogni ordine n dell’espansione</a:t>
                  </a: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8404C0C-FC94-D4DD-0A4C-EFE57E264050}"/>
                  </a:ext>
                </a:extLst>
              </p:cNvPr>
              <p:cNvGrpSpPr/>
              <p:nvPr/>
            </p:nvGrpSpPr>
            <p:grpSpPr>
              <a:xfrm>
                <a:off x="7366331" y="1997350"/>
                <a:ext cx="4745367" cy="804613"/>
                <a:chOff x="6952997" y="2368497"/>
                <a:chExt cx="4745367" cy="804613"/>
              </a:xfrm>
            </p:grpSpPr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46F346A1-A2CC-8015-229D-8AE2CE6731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48207" y="2368497"/>
                  <a:ext cx="1524213" cy="685896"/>
                </a:xfrm>
                <a:prstGeom prst="rect">
                  <a:avLst/>
                </a:prstGeom>
              </p:spPr>
            </p:pic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96CCAA9-A37F-D198-965B-72AAA663699A}"/>
                    </a:ext>
                  </a:extLst>
                </p:cNvPr>
                <p:cNvSpPr txBox="1"/>
                <p:nvPr/>
              </p:nvSpPr>
              <p:spPr>
                <a:xfrm>
                  <a:off x="6952997" y="2526779"/>
                  <a:ext cx="474536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3.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mean_density: </a:t>
                  </a:r>
                  <a:r>
                    <a:rPr lang="it-IT" dirty="0"/>
                    <a:t>che calcola                               per ogni n = 0,…, K </a:t>
                  </a:r>
                  <a:endPara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C351EDA-6181-41DD-765D-CFF341103F77}"/>
                  </a:ext>
                </a:extLst>
              </p:cNvPr>
              <p:cNvGrpSpPr/>
              <p:nvPr/>
            </p:nvGrpSpPr>
            <p:grpSpPr>
              <a:xfrm>
                <a:off x="7406662" y="2741759"/>
                <a:ext cx="4896909" cy="798543"/>
                <a:chOff x="6993328" y="3167748"/>
                <a:chExt cx="4896909" cy="798543"/>
              </a:xfrm>
            </p:grpSpPr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9400BE58-BB35-70DE-2A41-C9F0BCE4CA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23129" y="3167748"/>
                  <a:ext cx="1667108" cy="695422"/>
                </a:xfrm>
                <a:prstGeom prst="rect">
                  <a:avLst/>
                </a:prstGeom>
              </p:spPr>
            </p:pic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AECA99A-633E-4DFA-FA1B-6B0988BC134B}"/>
                    </a:ext>
                  </a:extLst>
                </p:cNvPr>
                <p:cNvSpPr txBox="1"/>
                <p:nvPr/>
              </p:nvSpPr>
              <p:spPr>
                <a:xfrm>
                  <a:off x="6993328" y="3319960"/>
                  <a:ext cx="489690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4.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current: </a:t>
                  </a:r>
                  <a:r>
                    <a:rPr lang="it-IT" dirty="0"/>
                    <a:t>permette il calcolo di                                    per ogni n = 0,…, K  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  <a:endParaRPr lang="it-IT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4789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12D1DBA-E74E-65ED-05A0-7927D5C7DEB2}"/>
              </a:ext>
            </a:extLst>
          </p:cNvPr>
          <p:cNvGrpSpPr/>
          <p:nvPr/>
        </p:nvGrpSpPr>
        <p:grpSpPr>
          <a:xfrm>
            <a:off x="335903" y="2258008"/>
            <a:ext cx="11414572" cy="2927243"/>
            <a:chOff x="400969" y="2470829"/>
            <a:chExt cx="11308949" cy="271442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290F5D2-D0EA-60ED-6114-A55A0662EE83}"/>
                </a:ext>
              </a:extLst>
            </p:cNvPr>
            <p:cNvSpPr/>
            <p:nvPr/>
          </p:nvSpPr>
          <p:spPr>
            <a:xfrm>
              <a:off x="400969" y="2470829"/>
              <a:ext cx="11308949" cy="27144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B4564B1-B776-F46F-5B77-A86B82F5D0DB}"/>
                </a:ext>
              </a:extLst>
            </p:cNvPr>
            <p:cNvGrpSpPr/>
            <p:nvPr/>
          </p:nvGrpSpPr>
          <p:grpSpPr>
            <a:xfrm>
              <a:off x="432737" y="2557519"/>
              <a:ext cx="11063729" cy="2564202"/>
              <a:chOff x="1239842" y="1546784"/>
              <a:chExt cx="11063729" cy="256420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3A5109-00CD-9497-CE0A-5D482251BE99}"/>
                  </a:ext>
                </a:extLst>
              </p:cNvPr>
              <p:cNvSpPr txBox="1"/>
              <p:nvPr/>
            </p:nvSpPr>
            <p:spPr>
              <a:xfrm>
                <a:off x="3956896" y="1546784"/>
                <a:ext cx="64047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2200" b="1" dirty="0"/>
                  <a:t>Il pacchetto TASEPy introduce 4 diverse funzioni:</a:t>
                </a:r>
              </a:p>
              <a:p>
                <a:endParaRPr lang="it-IT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5AFFF07-02DE-E3B3-7B6D-F37B0416F449}"/>
                  </a:ext>
                </a:extLst>
              </p:cNvPr>
              <p:cNvGrpSpPr/>
              <p:nvPr/>
            </p:nvGrpSpPr>
            <p:grpSpPr>
              <a:xfrm>
                <a:off x="1239842" y="2135897"/>
                <a:ext cx="6398636" cy="923330"/>
                <a:chOff x="838200" y="2226716"/>
                <a:chExt cx="6398636" cy="923330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6E098E1-31AD-7B2A-BF32-8B37AD1E64E6}"/>
                    </a:ext>
                  </a:extLst>
                </p:cNvPr>
                <p:cNvSpPr txBox="1"/>
                <p:nvPr/>
              </p:nvSpPr>
              <p:spPr>
                <a:xfrm>
                  <a:off x="838200" y="2226716"/>
                  <a:ext cx="63986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1.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psa_compute</a:t>
                  </a:r>
                  <a:r>
                    <a:rPr lang="it-IT" dirty="0"/>
                    <a:t>: partendo dalla matrice dei rate di salto, l’ordine massimo dell’espansione in serie (K) e la lunghezza ribosoma permette di calcolare i coefficienti </a:t>
                  </a:r>
                  <a:endParaRPr lang="it-IT" b="1" dirty="0"/>
                </a:p>
              </p:txBody>
            </p:sp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B4FAA7A9-797C-8490-69E3-E8EBD092C7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371999" y="2844000"/>
                  <a:ext cx="724001" cy="276264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F0E2B6B-8E3E-6EEF-354C-E48BE6ECEA43}"/>
                  </a:ext>
                </a:extLst>
              </p:cNvPr>
              <p:cNvGrpSpPr/>
              <p:nvPr/>
            </p:nvGrpSpPr>
            <p:grpSpPr>
              <a:xfrm>
                <a:off x="1251533" y="3022103"/>
                <a:ext cx="6193971" cy="1088883"/>
                <a:chOff x="838199" y="3302951"/>
                <a:chExt cx="6193971" cy="1088883"/>
              </a:xfrm>
            </p:grpSpPr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0FFFABDF-F333-2092-33A1-6EE6F47971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5842" y="3708000"/>
                  <a:ext cx="1570971" cy="683834"/>
                </a:xfrm>
                <a:prstGeom prst="rect">
                  <a:avLst/>
                </a:prstGeom>
              </p:spPr>
            </p:pic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5707143-0AAD-3BF1-A092-46B1AABD1AA4}"/>
                    </a:ext>
                  </a:extLst>
                </p:cNvPr>
                <p:cNvSpPr txBox="1"/>
                <p:nvPr/>
              </p:nvSpPr>
              <p:spPr>
                <a:xfrm>
                  <a:off x="838199" y="3302951"/>
                  <a:ext cx="619397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2.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local_density: </a:t>
                  </a:r>
                  <a:r>
                    <a:rPr lang="it-IT" dirty="0"/>
                    <a:t>partendo da un dato rate alpha permette</a:t>
                  </a:r>
                </a:p>
                <a:p>
                  <a:endParaRPr lang="it-IT" dirty="0"/>
                </a:p>
                <a:p>
                  <a:r>
                    <a:rPr lang="it-IT" dirty="0"/>
                    <a:t>il calcolo di                                  per ogni ordine n dell’espansione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E16D20E-4443-BE42-34B8-1B4ACC274998}"/>
                  </a:ext>
                </a:extLst>
              </p:cNvPr>
              <p:cNvGrpSpPr/>
              <p:nvPr/>
            </p:nvGrpSpPr>
            <p:grpSpPr>
              <a:xfrm>
                <a:off x="7366331" y="1997350"/>
                <a:ext cx="4745367" cy="804613"/>
                <a:chOff x="6952997" y="2368497"/>
                <a:chExt cx="4745367" cy="804613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6BA37900-9802-02C7-E23F-5C50CD94D2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48207" y="2368497"/>
                  <a:ext cx="1524213" cy="685896"/>
                </a:xfrm>
                <a:prstGeom prst="rect">
                  <a:avLst/>
                </a:prstGeom>
              </p:spPr>
            </p:pic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72DA0E1-B5DE-2478-084E-78E4C773FD82}"/>
                    </a:ext>
                  </a:extLst>
                </p:cNvPr>
                <p:cNvSpPr txBox="1"/>
                <p:nvPr/>
              </p:nvSpPr>
              <p:spPr>
                <a:xfrm>
                  <a:off x="6952997" y="2526779"/>
                  <a:ext cx="474536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3.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mean_density: </a:t>
                  </a:r>
                  <a:r>
                    <a:rPr lang="it-IT" dirty="0"/>
                    <a:t>che calcola                               per ogni n = 0,…, K </a:t>
                  </a:r>
                  <a:endPara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BCCAAA9-4663-A0E8-82A6-7D481CA20385}"/>
                  </a:ext>
                </a:extLst>
              </p:cNvPr>
              <p:cNvGrpSpPr/>
              <p:nvPr/>
            </p:nvGrpSpPr>
            <p:grpSpPr>
              <a:xfrm>
                <a:off x="7406662" y="2741759"/>
                <a:ext cx="4896909" cy="798543"/>
                <a:chOff x="6993328" y="3167748"/>
                <a:chExt cx="4896909" cy="798543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E6E13880-0909-65FE-2B9F-3FCAEFD30A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23129" y="3167748"/>
                  <a:ext cx="1667108" cy="695422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A866DAE-041C-12A2-3803-DEB06B1B92CF}"/>
                    </a:ext>
                  </a:extLst>
                </p:cNvPr>
                <p:cNvSpPr txBox="1"/>
                <p:nvPr/>
              </p:nvSpPr>
              <p:spPr>
                <a:xfrm>
                  <a:off x="6993328" y="3319960"/>
                  <a:ext cx="489690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b="1" dirty="0"/>
                    <a:t>4.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current: </a:t>
                  </a:r>
                  <a:r>
                    <a:rPr lang="it-IT" dirty="0"/>
                    <a:t>permette il calcolo di                                    per ogni n = 0,…, K   </a:t>
                  </a:r>
                  <a:r>
                    <a:rPr lang="it-IT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  <a:endParaRPr lang="it-IT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7FF66FD-8D86-2FF1-C7E1-D93F4E28DE5A}"/>
              </a:ext>
            </a:extLst>
          </p:cNvPr>
          <p:cNvGrpSpPr/>
          <p:nvPr/>
        </p:nvGrpSpPr>
        <p:grpSpPr>
          <a:xfrm>
            <a:off x="1704975" y="1174487"/>
            <a:ext cx="8782050" cy="5253908"/>
            <a:chOff x="1704975" y="1233487"/>
            <a:chExt cx="8782050" cy="525390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24483FA-41BA-3D9F-D8FD-BFF50B24E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04975" y="1233487"/>
              <a:ext cx="8782050" cy="4391025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235BD40-84E1-26FA-77C4-AB7524FA8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04891" y="5782447"/>
              <a:ext cx="4782217" cy="704948"/>
            </a:xfrm>
            <a:prstGeom prst="rect">
              <a:avLst/>
            </a:prstGeom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9A48498-1235-3E42-AA86-79A7E717782F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Semplificare</a:t>
            </a:r>
            <a:r>
              <a:rPr lang="it-IT" sz="1800" b="1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 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velocizzare i calcoli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957629-B35C-A897-488C-A05C39DF7A1F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04BD59-8D59-4055-B3A9-9D4797C1E5E5}"/>
              </a:ext>
            </a:extLst>
          </p:cNvPr>
          <p:cNvSpPr txBox="1"/>
          <p:nvPr/>
        </p:nvSpPr>
        <p:spPr>
          <a:xfrm>
            <a:off x="120663" y="76315"/>
            <a:ext cx="141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TASEPy [5,6]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C53E21E-FD6A-00A8-29F3-FE3B4639CE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8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78FF82D5-0F3A-7F32-99F0-CB678956C6A5}"/>
              </a:ext>
            </a:extLst>
          </p:cNvPr>
          <p:cNvSpPr txBox="1">
            <a:spLocks/>
          </p:cNvSpPr>
          <p:nvPr/>
        </p:nvSpPr>
        <p:spPr>
          <a:xfrm>
            <a:off x="815820" y="66903"/>
            <a:ext cx="1051560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Conclusioni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690E63-2C3F-67EF-F82A-44C91234CD28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16E47A-194C-647A-F92C-FD299606917D}"/>
              </a:ext>
            </a:extLst>
          </p:cNvPr>
          <p:cNvSpPr txBox="1"/>
          <p:nvPr/>
        </p:nvSpPr>
        <p:spPr>
          <a:xfrm>
            <a:off x="120663" y="76315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Conclusioni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6D1BD99-949E-4C8A-D3B1-D8B89FCC4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EAB83424-D89A-86BB-4B40-9585E52F76FB}"/>
              </a:ext>
            </a:extLst>
          </p:cNvPr>
          <p:cNvSpPr/>
          <p:nvPr/>
        </p:nvSpPr>
        <p:spPr>
          <a:xfrm>
            <a:off x="6521051" y="5155717"/>
            <a:ext cx="473639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5FBCC0C-D617-2A2E-EB45-E0FFFA93DC4D}"/>
              </a:ext>
            </a:extLst>
          </p:cNvPr>
          <p:cNvGrpSpPr/>
          <p:nvPr/>
        </p:nvGrpSpPr>
        <p:grpSpPr>
          <a:xfrm>
            <a:off x="686286" y="1470461"/>
            <a:ext cx="10819429" cy="5124887"/>
            <a:chOff x="599051" y="1470461"/>
            <a:chExt cx="10819429" cy="51248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998DAF7-A621-1570-439C-6B81E9667E42}"/>
                </a:ext>
              </a:extLst>
            </p:cNvPr>
            <p:cNvGrpSpPr/>
            <p:nvPr/>
          </p:nvGrpSpPr>
          <p:grpSpPr>
            <a:xfrm>
              <a:off x="599051" y="1470461"/>
              <a:ext cx="10819429" cy="1637522"/>
              <a:chOff x="643811" y="1791478"/>
              <a:chExt cx="10819429" cy="1637522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C004145-B7BC-052B-A3AE-AFAD2C4E17DE}"/>
                  </a:ext>
                </a:extLst>
              </p:cNvPr>
              <p:cNvSpPr/>
              <p:nvPr/>
            </p:nvSpPr>
            <p:spPr>
              <a:xfrm>
                <a:off x="643811" y="1791478"/>
                <a:ext cx="982800" cy="1637522"/>
              </a:xfrm>
              <a:prstGeom prst="rect">
                <a:avLst/>
              </a:prstGeom>
              <a:effectLst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100" b="1" dirty="0"/>
                  <a:t>Il modello TASEP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F6B63D5-25EA-BD4B-9A1E-28CD97955E2B}"/>
                  </a:ext>
                </a:extLst>
              </p:cNvPr>
              <p:cNvSpPr/>
              <p:nvPr/>
            </p:nvSpPr>
            <p:spPr>
              <a:xfrm>
                <a:off x="1626611" y="1791478"/>
                <a:ext cx="9836629" cy="16375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4AD7C32-16FE-FFFE-8238-7EEE9BD08DAB}"/>
                </a:ext>
              </a:extLst>
            </p:cNvPr>
            <p:cNvGrpSpPr/>
            <p:nvPr/>
          </p:nvGrpSpPr>
          <p:grpSpPr>
            <a:xfrm>
              <a:off x="599051" y="3225807"/>
              <a:ext cx="10819429" cy="1638000"/>
              <a:chOff x="1091680" y="3664564"/>
              <a:chExt cx="10819429" cy="1638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D9E6884-A797-3916-6256-47F6C0090655}"/>
                  </a:ext>
                </a:extLst>
              </p:cNvPr>
              <p:cNvSpPr/>
              <p:nvPr/>
            </p:nvSpPr>
            <p:spPr>
              <a:xfrm>
                <a:off x="1091680" y="3664564"/>
                <a:ext cx="982800" cy="163800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100" b="1" dirty="0"/>
                  <a:t>Il modello a due fasi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3E77BC2-E4A9-D5CF-32CB-9782BEAFD3FA}"/>
                  </a:ext>
                </a:extLst>
              </p:cNvPr>
              <p:cNvSpPr/>
              <p:nvPr/>
            </p:nvSpPr>
            <p:spPr>
              <a:xfrm>
                <a:off x="2074480" y="3664564"/>
                <a:ext cx="9836629" cy="16375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FBDB480-4098-F214-41C4-FAD70C7FBF47}"/>
                </a:ext>
              </a:extLst>
            </p:cNvPr>
            <p:cNvGrpSpPr/>
            <p:nvPr/>
          </p:nvGrpSpPr>
          <p:grpSpPr>
            <a:xfrm>
              <a:off x="599051" y="4957826"/>
              <a:ext cx="10819429" cy="1637522"/>
              <a:chOff x="1163080" y="4390818"/>
              <a:chExt cx="10819429" cy="1637522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E6645E2-2807-62DC-5B2D-FC782168895A}"/>
                  </a:ext>
                </a:extLst>
              </p:cNvPr>
              <p:cNvSpPr/>
              <p:nvPr/>
            </p:nvSpPr>
            <p:spPr>
              <a:xfrm>
                <a:off x="1163080" y="4390818"/>
                <a:ext cx="982960" cy="1637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100" b="1" dirty="0"/>
                  <a:t>Il modello inomogeneo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4CE62D3-D63B-6A50-B51C-0895D622F6DC}"/>
                  </a:ext>
                </a:extLst>
              </p:cNvPr>
              <p:cNvSpPr/>
              <p:nvPr/>
            </p:nvSpPr>
            <p:spPr>
              <a:xfrm>
                <a:off x="2145880" y="4390818"/>
                <a:ext cx="9836629" cy="16375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EDDD892-94DF-0537-CF86-0F9F45972A56}"/>
                </a:ext>
              </a:extLst>
            </p:cNvPr>
            <p:cNvSpPr txBox="1"/>
            <p:nvPr/>
          </p:nvSpPr>
          <p:spPr>
            <a:xfrm>
              <a:off x="1720255" y="2006165"/>
              <a:ext cx="3715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000000"/>
                  </a:solidFill>
                  <a:latin typeface="Aptos" panose="020B0004020202020204" pitchFamily="34" charset="0"/>
                </a:rPr>
                <a:t>Il sistema giace in</a:t>
              </a:r>
              <a:r>
                <a:rPr lang="it-IT" sz="16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+mn-ea"/>
                  <a:cs typeface="+mn-cs"/>
                </a:rPr>
                <a:t> 3 fasi principali </a:t>
              </a:r>
              <a:endParaRPr lang="en-US" sz="1600" dirty="0"/>
            </a:p>
            <a:p>
              <a:pPr algn="ctr"/>
              <a:r>
                <a:rPr lang="it-IT" sz="1600" i="1" dirty="0"/>
                <a:t>(HD, LD, MC)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8ACB5B-8D8A-A2BE-F177-844245198CBA}"/>
                </a:ext>
              </a:extLst>
            </p:cNvPr>
            <p:cNvSpPr txBox="1"/>
            <p:nvPr/>
          </p:nvSpPr>
          <p:spPr>
            <a:xfrm>
              <a:off x="1720255" y="3516292"/>
              <a:ext cx="37148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Il rapporto tra processo di accoppiamento tRNA-codone e processo di traslocazione del ribosoma definisce  la dinamica</a:t>
              </a:r>
              <a:r>
                <a:rPr lang="en-US" sz="1600" i="1" dirty="0"/>
                <a:t> </a:t>
              </a:r>
              <a:endParaRPr lang="it-IT" sz="1600" i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7AB7CA4-49A2-F726-59B8-57D85B30AE74}"/>
                </a:ext>
              </a:extLst>
            </p:cNvPr>
            <p:cNvSpPr txBox="1"/>
            <p:nvPr/>
          </p:nvSpPr>
          <p:spPr>
            <a:xfrm>
              <a:off x="6500165" y="1785434"/>
              <a:ext cx="4737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2 punti fissi che cambiano di stabilità in base alla fase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A3F23A5-50AE-8A4B-1A44-FAB4A9CF9095}"/>
                </a:ext>
              </a:extLst>
            </p:cNvPr>
            <p:cNvCxnSpPr>
              <a:cxnSpLocks/>
              <a:stCxn id="43" idx="3"/>
              <a:endCxn id="46" idx="1"/>
            </p:cNvCxnSpPr>
            <p:nvPr/>
          </p:nvCxnSpPr>
          <p:spPr>
            <a:xfrm flipV="1">
              <a:off x="5435455" y="1939323"/>
              <a:ext cx="1064710" cy="3592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A1C5C3-E679-3503-6413-428E4AAC5E7A}"/>
                </a:ext>
              </a:extLst>
            </p:cNvPr>
            <p:cNvSpPr txBox="1"/>
            <p:nvPr/>
          </p:nvSpPr>
          <p:spPr>
            <a:xfrm>
              <a:off x="6500165" y="2298553"/>
              <a:ext cx="4737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Il massimo valore permesso della corrente è J = ¼ e si ha per p = ½ 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6BBBE4F-8E61-E521-5A13-EAFC9E3D881E}"/>
                </a:ext>
              </a:extLst>
            </p:cNvPr>
            <p:cNvCxnSpPr>
              <a:cxnSpLocks/>
              <a:stCxn id="43" idx="3"/>
              <a:endCxn id="52" idx="1"/>
            </p:cNvCxnSpPr>
            <p:nvPr/>
          </p:nvCxnSpPr>
          <p:spPr>
            <a:xfrm>
              <a:off x="5435455" y="2298553"/>
              <a:ext cx="1064710" cy="26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E960286-2769-1AC1-92D0-5219F789FD2C}"/>
                </a:ext>
              </a:extLst>
            </p:cNvPr>
            <p:cNvSpPr txBox="1"/>
            <p:nvPr/>
          </p:nvSpPr>
          <p:spPr>
            <a:xfrm>
              <a:off x="6521052" y="3541782"/>
              <a:ext cx="4737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La fase di massima corrente è predominante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2B4F1C4-F8CC-3A98-D61D-AE658038BA6D}"/>
                </a:ext>
              </a:extLst>
            </p:cNvPr>
            <p:cNvCxnSpPr>
              <a:cxnSpLocks/>
              <a:stCxn id="44" idx="3"/>
              <a:endCxn id="2" idx="1"/>
            </p:cNvCxnSpPr>
            <p:nvPr/>
          </p:nvCxnSpPr>
          <p:spPr>
            <a:xfrm flipV="1">
              <a:off x="5435081" y="3695671"/>
              <a:ext cx="1085971" cy="3592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4EA8F7-4AF3-4809-F702-3D6ED38A6604}"/>
                </a:ext>
              </a:extLst>
            </p:cNvPr>
            <p:cNvSpPr txBox="1"/>
            <p:nvPr/>
          </p:nvSpPr>
          <p:spPr>
            <a:xfrm>
              <a:off x="6521051" y="4054901"/>
              <a:ext cx="4736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La massima corrente permessa diminuisce all’aumentare dell’ampiezza della fase di massima corrente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24DDFE6-B910-0A2F-8F4C-74B4178B02F0}"/>
                </a:ext>
              </a:extLst>
            </p:cNvPr>
            <p:cNvCxnSpPr>
              <a:cxnSpLocks/>
              <a:stCxn id="44" idx="3"/>
              <a:endCxn id="4" idx="1"/>
            </p:cNvCxnSpPr>
            <p:nvPr/>
          </p:nvCxnSpPr>
          <p:spPr>
            <a:xfrm>
              <a:off x="5435081" y="4054901"/>
              <a:ext cx="1085970" cy="26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17752D-C019-A7CC-CBF7-87080787D242}"/>
                </a:ext>
              </a:extLst>
            </p:cNvPr>
            <p:cNvSpPr txBox="1"/>
            <p:nvPr/>
          </p:nvSpPr>
          <p:spPr>
            <a:xfrm>
              <a:off x="6519844" y="5194836"/>
              <a:ext cx="4737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I rate di salto rappresentano correttamente il processo biologico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6CDA1D-69CA-1FC9-3C2C-8338A4CAAC6A}"/>
                </a:ext>
              </a:extLst>
            </p:cNvPr>
            <p:cNvSpPr txBox="1"/>
            <p:nvPr/>
          </p:nvSpPr>
          <p:spPr>
            <a:xfrm>
              <a:off x="6519844" y="5876828"/>
              <a:ext cx="4737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Il pacchetto TASEPy ottimizza la risoluzione iterativa, ma è limitato dall’approssimazione in serie 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3C26FD-B864-A5AA-FC29-1786740F49DF}"/>
                </a:ext>
              </a:extLst>
            </p:cNvPr>
            <p:cNvSpPr txBox="1"/>
            <p:nvPr/>
          </p:nvSpPr>
          <p:spPr>
            <a:xfrm>
              <a:off x="1720255" y="5546415"/>
              <a:ext cx="3715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/>
              <a:r>
                <a:rPr lang="it-IT" sz="16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+mn-ea"/>
                  <a:cs typeface="+mn-cs"/>
                </a:rPr>
                <a:t>L’’approssimazione in serie di potenze permette studiare la dinamica</a:t>
              </a:r>
              <a:endParaRPr lang="it-IT" sz="1600" dirty="0">
                <a:effectLst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35FB94E0-C4E5-3A8B-874F-4D2061B35D00}"/>
                </a:ext>
              </a:extLst>
            </p:cNvPr>
            <p:cNvCxnSpPr>
              <a:cxnSpLocks/>
              <a:stCxn id="72" idx="3"/>
              <a:endCxn id="14" idx="1"/>
            </p:cNvCxnSpPr>
            <p:nvPr/>
          </p:nvCxnSpPr>
          <p:spPr>
            <a:xfrm flipV="1">
              <a:off x="5435455" y="5456446"/>
              <a:ext cx="1084389" cy="3823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1804112-5365-2967-8771-288D9CA6E8DA}"/>
                </a:ext>
              </a:extLst>
            </p:cNvPr>
            <p:cNvCxnSpPr>
              <a:stCxn id="72" idx="3"/>
              <a:endCxn id="15" idx="1"/>
            </p:cNvCxnSpPr>
            <p:nvPr/>
          </p:nvCxnSpPr>
          <p:spPr>
            <a:xfrm>
              <a:off x="5435455" y="5838803"/>
              <a:ext cx="1084389" cy="2996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1617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72B6-BF9D-FD10-33D2-DA964BF1FF88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Riferimenti bibliografici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F124EB-2A73-6252-5FB8-696E8E5BC83D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CA745B7-09D9-EB9B-1060-AD094160E05D}"/>
              </a:ext>
            </a:extLst>
          </p:cNvPr>
          <p:cNvSpPr txBox="1"/>
          <p:nvPr/>
        </p:nvSpPr>
        <p:spPr>
          <a:xfrm>
            <a:off x="120663" y="76315"/>
            <a:ext cx="142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Bibliografica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00A04-C414-5C6A-4518-43595876E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2F4C3-2164-98A7-169F-2D6DD118FFF4}"/>
              </a:ext>
            </a:extLst>
          </p:cNvPr>
          <p:cNvSpPr txBox="1"/>
          <p:nvPr/>
        </p:nvSpPr>
        <p:spPr>
          <a:xfrm>
            <a:off x="858513" y="1994040"/>
            <a:ext cx="10474973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b="1" dirty="0"/>
              <a:t>[1] </a:t>
            </a:r>
            <a:r>
              <a:rPr lang="en-US" sz="1900" dirty="0"/>
              <a:t>S. Clancy and W. Brown. </a:t>
            </a:r>
            <a:r>
              <a:rPr lang="en-US" sz="1900" i="1" dirty="0"/>
              <a:t>Translation: DNA to mRNA to protein. Nature Educating, Aug 2008.</a:t>
            </a:r>
          </a:p>
          <a:p>
            <a:r>
              <a:rPr lang="en-US" sz="1900" b="1" dirty="0"/>
              <a:t>[2] </a:t>
            </a:r>
            <a:r>
              <a:rPr lang="it-IT" sz="1900" dirty="0"/>
              <a:t>C. T. MacDonald, J. H. Gibbs, and A. C. Pipkin. </a:t>
            </a:r>
            <a:r>
              <a:rPr lang="it-IT" sz="1900" i="1" dirty="0"/>
              <a:t>Kinetics of biopolymerization on nucleic acid templates. Biopolymers, Jan 1968.</a:t>
            </a:r>
          </a:p>
          <a:p>
            <a:r>
              <a:rPr lang="it-IT" sz="1900" b="1" dirty="0"/>
              <a:t>[3] </a:t>
            </a:r>
            <a:r>
              <a:rPr lang="en-US" sz="1900" dirty="0"/>
              <a:t>C. T. MacDonald and J. H. Gibbs.</a:t>
            </a:r>
            <a:r>
              <a:rPr lang="en-US" sz="1900" i="1" dirty="0"/>
              <a:t> Concerning the kinetics of polypeptide synthesis on polyribosomes. Biopolymers, Feb 1969.</a:t>
            </a:r>
            <a:endParaRPr lang="it-IT" sz="1900" i="1" dirty="0"/>
          </a:p>
          <a:p>
            <a:r>
              <a:rPr lang="it-IT" sz="1900" b="1" dirty="0"/>
              <a:t>[4] </a:t>
            </a:r>
            <a:r>
              <a:rPr lang="en-US" sz="1900" dirty="0"/>
              <a:t>L. Ciandrini, I. Stansfield, and M. C. Romano. </a:t>
            </a:r>
            <a:r>
              <a:rPr lang="en-US" sz="1900" i="1" dirty="0"/>
              <a:t>Role of the particle’s stepping cycle in an asymmetric exclusion process: A model of mRNA translation. Phys. Rev. E, May 2010.</a:t>
            </a:r>
            <a:endParaRPr lang="it-IT" sz="1900" i="1" dirty="0"/>
          </a:p>
          <a:p>
            <a:r>
              <a:rPr lang="it-IT" sz="1900" b="1" dirty="0"/>
              <a:t>[5] </a:t>
            </a:r>
            <a:r>
              <a:rPr lang="it-IT" sz="1900" dirty="0"/>
              <a:t>L. Ciandrini, R. L. Crisostomo, and J. Szavits-Nossan. </a:t>
            </a:r>
            <a:r>
              <a:rPr lang="it-IT" sz="1900" i="1" dirty="0"/>
              <a:t>TASEPy: A python-based package to iteratively solve the inhomogeneous exclusion process. SciPost Phys. Codebases, Dec 2023.</a:t>
            </a:r>
          </a:p>
          <a:p>
            <a:r>
              <a:rPr lang="it-IT" sz="1900" b="1" dirty="0"/>
              <a:t>[6] </a:t>
            </a:r>
            <a:r>
              <a:rPr lang="it-IT" sz="1900" dirty="0"/>
              <a:t>L. Ciandrini, R. L. Crisostomo, and J. Szavits-Nossan. </a:t>
            </a:r>
            <a:r>
              <a:rPr lang="it-IT" sz="1900" i="1" dirty="0"/>
              <a:t>Codebases release 1.1 for TASEPy. SciPost Phys. Codebases, Dec 2023.</a:t>
            </a:r>
          </a:p>
        </p:txBody>
      </p:sp>
    </p:spTree>
    <p:extLst>
      <p:ext uri="{BB962C8B-B14F-4D97-AF65-F5344CB8AC3E}">
        <p14:creationId xmlns:p14="http://schemas.microsoft.com/office/powerpoint/2010/main" val="13040611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grid&#10;&#10;AI-generated content may be incorrect.">
            <a:extLst>
              <a:ext uri="{FF2B5EF4-FFF2-40B4-BE49-F238E27FC236}">
                <a16:creationId xmlns:a16="http://schemas.microsoft.com/office/drawing/2014/main" id="{C92266A1-BA6D-8F44-67C4-08E8CBCEC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4" r="2031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E0F6B-2371-35DF-84BE-08F74CFF6D0C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"There’s as many atoms in a single molecule of your DNA as there are stars in the typical galaxy. We are, each of us, a little universe.“ </a:t>
            </a:r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- Neil deGrasse Tyson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618A0-0A20-06CA-A408-0CE83053966E}"/>
              </a:ext>
            </a:extLst>
          </p:cNvPr>
          <p:cNvSpPr txBox="1">
            <a:spLocks/>
          </p:cNvSpPr>
          <p:nvPr/>
        </p:nvSpPr>
        <p:spPr>
          <a:xfrm>
            <a:off x="291492" y="2641831"/>
            <a:ext cx="11609016" cy="52124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370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001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91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91F9EE3-5E0F-865F-ACB2-4D89EAE3DC2B}"/>
              </a:ext>
            </a:extLst>
          </p:cNvPr>
          <p:cNvGrpSpPr/>
          <p:nvPr/>
        </p:nvGrpSpPr>
        <p:grpSpPr>
          <a:xfrm>
            <a:off x="1210809" y="1401639"/>
            <a:ext cx="10120530" cy="3036035"/>
            <a:chOff x="571499" y="1670162"/>
            <a:chExt cx="10120530" cy="28154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3ACF110-DAC8-A884-8D2F-31A0413524AA}"/>
                </a:ext>
              </a:extLst>
            </p:cNvPr>
            <p:cNvSpPr txBox="1"/>
            <p:nvPr/>
          </p:nvSpPr>
          <p:spPr>
            <a:xfrm>
              <a:off x="571499" y="1670162"/>
              <a:ext cx="10120530" cy="5993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u="sng" dirty="0"/>
                <a:t>In una condizione di stato stazionario, utilizzando:</a:t>
              </a:r>
            </a:p>
            <a:p>
              <a:r>
                <a:rPr lang="it-IT" b="1" dirty="0"/>
                <a:t>1. master equation</a:t>
              </a:r>
              <a:endParaRPr lang="it-IT" b="1" u="sng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819700F-B877-3D1F-7CDF-06D98FEAB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306888"/>
              <a:ext cx="5077534" cy="8287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5787AB5-8252-BAB8-1413-D95FBDFA5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5220" y="2397467"/>
              <a:ext cx="3515216" cy="66684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27CA2F-DBC4-1F25-0E32-6C8E13829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2580" y="3645921"/>
              <a:ext cx="1038370" cy="23815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C58D56-B09A-7A7F-2121-C5C355241386}"/>
                </a:ext>
              </a:extLst>
            </p:cNvPr>
            <p:cNvSpPr txBox="1"/>
            <p:nvPr/>
          </p:nvSpPr>
          <p:spPr>
            <a:xfrm>
              <a:off x="4365809" y="4143111"/>
              <a:ext cx="2531912" cy="342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/>
                <a:t>Assenza di correlazione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623483-FCD1-8D3F-79AD-6A92682925E0}"/>
                </a:ext>
              </a:extLst>
            </p:cNvPr>
            <p:cNvSpPr txBox="1"/>
            <p:nvPr/>
          </p:nvSpPr>
          <p:spPr>
            <a:xfrm>
              <a:off x="5993627" y="1945983"/>
              <a:ext cx="46984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2. </a:t>
              </a:r>
              <a:r>
                <a:rPr lang="it-IT" b="1" u="sng" dirty="0"/>
                <a:t>definizione delle configurazioni e dei rate</a:t>
              </a:r>
            </a:p>
            <a:p>
              <a:endParaRPr lang="it-IT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185AD0-EEC8-2BF9-CBF3-21A8CDF6A445}"/>
                </a:ext>
              </a:extLst>
            </p:cNvPr>
            <p:cNvSpPr txBox="1"/>
            <p:nvPr/>
          </p:nvSpPr>
          <p:spPr>
            <a:xfrm>
              <a:off x="2312615" y="3216089"/>
              <a:ext cx="73620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u="sng" dirty="0"/>
                <a:t>È possibile dimostrare che ogni configurazione è equiprobabile, ovvero:</a:t>
              </a:r>
              <a:r>
                <a:rPr lang="it-IT" b="1" u="sng" dirty="0"/>
                <a:t>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0044EF-B00B-03EA-C22C-51A35E954454}"/>
              </a:ext>
            </a:extLst>
          </p:cNvPr>
          <p:cNvGrpSpPr/>
          <p:nvPr/>
        </p:nvGrpSpPr>
        <p:grpSpPr>
          <a:xfrm>
            <a:off x="795179" y="4957552"/>
            <a:ext cx="2928674" cy="447737"/>
            <a:chOff x="4695255" y="4561571"/>
            <a:chExt cx="2928674" cy="447737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FB06CD7-0A65-5341-CA6D-19354D811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255" y="4617345"/>
              <a:ext cx="990738" cy="3429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64E0CF5-3D7B-77B7-8B6A-EF72A98CF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6506" y="4561571"/>
              <a:ext cx="1057423" cy="44773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FCEB6-9D09-3868-0DC2-9CB2E6142F9E}"/>
              </a:ext>
            </a:extLst>
          </p:cNvPr>
          <p:cNvGrpSpPr/>
          <p:nvPr/>
        </p:nvGrpSpPr>
        <p:grpSpPr>
          <a:xfrm>
            <a:off x="4600576" y="4882365"/>
            <a:ext cx="7549304" cy="1048094"/>
            <a:chOff x="735190" y="5147384"/>
            <a:chExt cx="7549304" cy="104809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19102E4-B421-FD05-D847-D282384395E1}"/>
                </a:ext>
              </a:extLst>
            </p:cNvPr>
            <p:cNvGrpSpPr/>
            <p:nvPr/>
          </p:nvGrpSpPr>
          <p:grpSpPr>
            <a:xfrm>
              <a:off x="735190" y="5147384"/>
              <a:ext cx="5068007" cy="1048094"/>
              <a:chOff x="735190" y="5147384"/>
              <a:chExt cx="5068007" cy="104809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5995320D-D78A-5DA1-1149-35B54F1F9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190" y="5538161"/>
                <a:ext cx="5068007" cy="65731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22E3C21-470C-C964-7695-758B7942A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12736" y="5147384"/>
                <a:ext cx="2181529" cy="276264"/>
              </a:xfrm>
              <a:prstGeom prst="rect">
                <a:avLst/>
              </a:pr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D301703-8E33-3057-F2FC-68103AAF2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60281" y="5271325"/>
              <a:ext cx="1524213" cy="400106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A6FBABE1-AEA8-C618-416D-67C907E5B695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37618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 err="1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Boundary: soluzione di campo medio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3F660D-8851-3B71-B2DA-269DE6208C62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9779DF-FC07-DE1C-712E-FDCF6B5F38EA}"/>
              </a:ext>
            </a:extLst>
          </p:cNvPr>
          <p:cNvSpPr txBox="1"/>
          <p:nvPr/>
        </p:nvSpPr>
        <p:spPr>
          <a:xfrm>
            <a:off x="120663" y="76315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TASEP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CB82A0-A9B3-EB24-ACE4-42A7DDD432CF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6271075" y="3789014"/>
            <a:ext cx="0" cy="279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ED4179A-C706-F375-0E92-829E1FBE7ADC}"/>
              </a:ext>
            </a:extLst>
          </p:cNvPr>
          <p:cNvGrpSpPr/>
          <p:nvPr/>
        </p:nvGrpSpPr>
        <p:grpSpPr>
          <a:xfrm>
            <a:off x="1785917" y="5134602"/>
            <a:ext cx="880513" cy="333422"/>
            <a:chOff x="1785917" y="5134602"/>
            <a:chExt cx="880513" cy="333422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90C757EC-A3A8-E13C-3565-533A7C2EB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52804" y="5134602"/>
              <a:ext cx="342948" cy="333422"/>
            </a:xfrm>
            <a:prstGeom prst="rect">
              <a:avLst/>
            </a:prstGeom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12A3260-8056-FE27-778D-823BD0DA111C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1785917" y="5181421"/>
              <a:ext cx="880513" cy="33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5236A2E-2A02-67CF-8B1C-3D57CB8E2E37}"/>
              </a:ext>
            </a:extLst>
          </p:cNvPr>
          <p:cNvCxnSpPr>
            <a:stCxn id="15" idx="2"/>
            <a:endCxn id="70" idx="0"/>
          </p:cNvCxnSpPr>
          <p:nvPr/>
        </p:nvCxnSpPr>
        <p:spPr>
          <a:xfrm rot="5400000">
            <a:off x="3899213" y="2762740"/>
            <a:ext cx="696928" cy="4046797"/>
          </a:xfrm>
          <a:prstGeom prst="bentConnector3">
            <a:avLst>
              <a:gd name="adj1" fmla="val 232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507D67-6CC8-653B-DBAF-8AB6DFA707E7}"/>
              </a:ext>
            </a:extLst>
          </p:cNvPr>
          <p:cNvGrpSpPr/>
          <p:nvPr/>
        </p:nvGrpSpPr>
        <p:grpSpPr>
          <a:xfrm>
            <a:off x="9630067" y="5181420"/>
            <a:ext cx="880513" cy="333422"/>
            <a:chOff x="1785917" y="5134602"/>
            <a:chExt cx="880513" cy="333422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9ACF6FB-C298-4899-F8A7-958EFDBB3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52804" y="5134602"/>
              <a:ext cx="342948" cy="333422"/>
            </a:xfrm>
            <a:prstGeom prst="rect">
              <a:avLst/>
            </a:prstGeom>
          </p:spPr>
        </p:pic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E34D8B2-B44E-0BC9-E1A3-CD428119B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5917" y="5181421"/>
              <a:ext cx="880513" cy="33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D46326-AF46-F893-77DF-076C1482276F}"/>
              </a:ext>
            </a:extLst>
          </p:cNvPr>
          <p:cNvCxnSpPr>
            <a:stCxn id="15" idx="2"/>
            <a:endCxn id="75" idx="0"/>
          </p:cNvCxnSpPr>
          <p:nvPr/>
        </p:nvCxnSpPr>
        <p:spPr>
          <a:xfrm rot="16200000" flipH="1">
            <a:off x="7797878" y="2910870"/>
            <a:ext cx="743746" cy="3797353"/>
          </a:xfrm>
          <a:prstGeom prst="bentConnector3">
            <a:avLst>
              <a:gd name="adj1" fmla="val 211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EFDB0D6-E8E9-6434-6EF3-FB811739A7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9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6955935-56AD-F5E9-48D6-B9EB299E4FAE}"/>
              </a:ext>
            </a:extLst>
          </p:cNvPr>
          <p:cNvGrpSpPr/>
          <p:nvPr/>
        </p:nvGrpSpPr>
        <p:grpSpPr>
          <a:xfrm>
            <a:off x="5139101" y="1401993"/>
            <a:ext cx="6119551" cy="5183864"/>
            <a:chOff x="6683698" y="1401993"/>
            <a:chExt cx="5366788" cy="49225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18BAFA4-67BB-DC1D-F3C1-C421ADBC0DF7}"/>
                </a:ext>
              </a:extLst>
            </p:cNvPr>
            <p:cNvSpPr/>
            <p:nvPr/>
          </p:nvSpPr>
          <p:spPr>
            <a:xfrm>
              <a:off x="6683698" y="1401993"/>
              <a:ext cx="5366788" cy="492259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15BAC4-168D-C99C-E7BC-A23494B823B5}"/>
                </a:ext>
              </a:extLst>
            </p:cNvPr>
            <p:cNvGrpSpPr/>
            <p:nvPr/>
          </p:nvGrpSpPr>
          <p:grpSpPr>
            <a:xfrm>
              <a:off x="6797970" y="1515424"/>
              <a:ext cx="5172428" cy="4225287"/>
              <a:chOff x="7046872" y="2068806"/>
              <a:chExt cx="5100051" cy="379849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007148-18D9-5AF2-8E5A-DCF99364ED2F}"/>
                  </a:ext>
                </a:extLst>
              </p:cNvPr>
              <p:cNvSpPr txBox="1"/>
              <p:nvPr/>
            </p:nvSpPr>
            <p:spPr>
              <a:xfrm>
                <a:off x="7108174" y="2068806"/>
                <a:ext cx="49552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u="sng" dirty="0"/>
                  <a:t>La probabilità costante nel tempo in una condizione di stato stazionario implica che la corrente sia costante. </a:t>
                </a:r>
              </a:p>
              <a:p>
                <a:pPr algn="ctr"/>
                <a:r>
                  <a:rPr lang="it-IT" u="sng" dirty="0"/>
                  <a:t>Ciò rende possibile il calcolo di: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B4CCB46-DBE8-FEAB-FFF1-7FF7555FD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91390" y="2911897"/>
                <a:ext cx="4439270" cy="71447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AD9BCE-5DCB-68CD-D8FE-041945435D69}"/>
                  </a:ext>
                </a:extLst>
              </p:cNvPr>
              <p:cNvSpPr txBox="1"/>
              <p:nvPr/>
            </p:nvSpPr>
            <p:spPr>
              <a:xfrm>
                <a:off x="7046872" y="3756328"/>
                <a:ext cx="5100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u="sng" dirty="0"/>
                  <a:t>Applicando un approssimazione di campo medio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1E8C1B7-ACF6-91B1-BEA7-2597FAC5FD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1075" y="4144712"/>
                <a:ext cx="3219899" cy="57158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2FB5E7-41BB-DFB8-A869-2065EB9871D7}"/>
                  </a:ext>
                </a:extLst>
              </p:cNvPr>
              <p:cNvSpPr txBox="1"/>
              <p:nvPr/>
            </p:nvSpPr>
            <p:spPr>
              <a:xfrm>
                <a:off x="7490182" y="4802286"/>
                <a:ext cx="4041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u="sng" dirty="0"/>
                  <a:t>E la dinamica è dunque governata da 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6CF1CB9-13CC-3F0F-4D52-759EA90907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9153" y="5257612"/>
                <a:ext cx="3343742" cy="609685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A4915E3-E24F-EC20-6D95-55D7A3952651}"/>
              </a:ext>
            </a:extLst>
          </p:cNvPr>
          <p:cNvGrpSpPr/>
          <p:nvPr/>
        </p:nvGrpSpPr>
        <p:grpSpPr>
          <a:xfrm>
            <a:off x="458400" y="2003336"/>
            <a:ext cx="4117497" cy="3899642"/>
            <a:chOff x="321784" y="1884140"/>
            <a:chExt cx="6288336" cy="41203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038462-CFAD-5CB7-6CB7-FDF55AAD24E7}"/>
                </a:ext>
              </a:extLst>
            </p:cNvPr>
            <p:cNvSpPr txBox="1"/>
            <p:nvPr/>
          </p:nvSpPr>
          <p:spPr>
            <a:xfrm>
              <a:off x="417034" y="1884140"/>
              <a:ext cx="6097836" cy="299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300" u="sng" dirty="0"/>
                <a:t>La dinamica può essere facilmente riassunta come: </a:t>
              </a:r>
            </a:p>
          </p:txBody>
        </p:sp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7B056C00-F10C-E583-A017-F5EACA1DE3D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66355710"/>
                </p:ext>
              </p:extLst>
            </p:nvPr>
          </p:nvGraphicFramePr>
          <p:xfrm>
            <a:off x="321784" y="2363894"/>
            <a:ext cx="6288336" cy="36405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DD6D6279-4792-3942-92EA-FC932196BC4B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376180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4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Boundary: la dinamica e le transizioni permesse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DC7CBD-E97F-BAE1-1AD5-711DFF680C5B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938851-B628-2751-3CBC-73FBC1A1D22D}"/>
              </a:ext>
            </a:extLst>
          </p:cNvPr>
          <p:cNvSpPr txBox="1"/>
          <p:nvPr/>
        </p:nvSpPr>
        <p:spPr>
          <a:xfrm>
            <a:off x="120663" y="76315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TASEP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13D8F3-629E-E5A7-501E-ECB77B81ED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74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D8B3F3-E9DC-5012-32E1-59042F847D2B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Densità e corrente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FB600C-A23E-7E4A-BF77-ADBCCEC68D3C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7139B-C180-0600-8860-506013D5513D}"/>
              </a:ext>
            </a:extLst>
          </p:cNvPr>
          <p:cNvSpPr/>
          <p:nvPr/>
        </p:nvSpPr>
        <p:spPr>
          <a:xfrm>
            <a:off x="1300897" y="3896300"/>
            <a:ext cx="10576300" cy="20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8C2DB-F960-8AFE-3049-A1CB27D6CC46}"/>
              </a:ext>
            </a:extLst>
          </p:cNvPr>
          <p:cNvSpPr txBox="1"/>
          <p:nvPr/>
        </p:nvSpPr>
        <p:spPr>
          <a:xfrm>
            <a:off x="120663" y="76315"/>
            <a:ext cx="224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923FF1-B2F8-F96B-2243-35F72C79A294}"/>
              </a:ext>
            </a:extLst>
          </p:cNvPr>
          <p:cNvGrpSpPr/>
          <p:nvPr/>
        </p:nvGrpSpPr>
        <p:grpSpPr>
          <a:xfrm>
            <a:off x="245388" y="1583334"/>
            <a:ext cx="11701223" cy="2016000"/>
            <a:chOff x="120663" y="1858931"/>
            <a:chExt cx="11701223" cy="2016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60E4E9-74B9-F014-44C0-773382BBBF64}"/>
                </a:ext>
              </a:extLst>
            </p:cNvPr>
            <p:cNvSpPr/>
            <p:nvPr/>
          </p:nvSpPr>
          <p:spPr>
            <a:xfrm>
              <a:off x="1245586" y="1858931"/>
              <a:ext cx="10576300" cy="201600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A1101C9-A4F3-6C8B-C6EF-0FE0475443BB}"/>
                </a:ext>
              </a:extLst>
            </p:cNvPr>
            <p:cNvGrpSpPr/>
            <p:nvPr/>
          </p:nvGrpSpPr>
          <p:grpSpPr>
            <a:xfrm>
              <a:off x="1366387" y="1937812"/>
              <a:ext cx="10372364" cy="1812400"/>
              <a:chOff x="1269047" y="1707214"/>
              <a:chExt cx="10372364" cy="18124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21DC6AF-0A75-1F1F-CF17-8562D06496F2}"/>
                  </a:ext>
                </a:extLst>
              </p:cNvPr>
              <p:cNvGrpSpPr/>
              <p:nvPr/>
            </p:nvGrpSpPr>
            <p:grpSpPr>
              <a:xfrm>
                <a:off x="1269047" y="1707214"/>
                <a:ext cx="7775118" cy="1812400"/>
                <a:chOff x="1911305" y="1638497"/>
                <a:chExt cx="7775118" cy="1812400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B38D1DD-93EB-2572-6409-859F36A4A537}"/>
                    </a:ext>
                  </a:extLst>
                </p:cNvPr>
                <p:cNvSpPr txBox="1"/>
                <p:nvPr/>
              </p:nvSpPr>
              <p:spPr>
                <a:xfrm>
                  <a:off x="3559360" y="2896899"/>
                  <a:ext cx="3799114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it-IT" sz="1500" u="sng" dirty="0"/>
                    <a:t>Densità media delle particelle nel sito i mentre si trovano nel secondo stato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4BADDD2E-342F-01CE-372E-138B49AF47D5}"/>
                    </a:ext>
                  </a:extLst>
                </p:cNvPr>
                <p:cNvGrpSpPr/>
                <p:nvPr/>
              </p:nvGrpSpPr>
              <p:grpSpPr>
                <a:xfrm>
                  <a:off x="1911305" y="1638497"/>
                  <a:ext cx="7775118" cy="1783085"/>
                  <a:chOff x="1911305" y="1638497"/>
                  <a:chExt cx="7775118" cy="1783085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971FC865-EB60-EF07-1359-358E56AE7F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911305" y="2196287"/>
                    <a:ext cx="1648055" cy="352474"/>
                  </a:xfrm>
                  <a:prstGeom prst="rect">
                    <a:avLst/>
                  </a:prstGeom>
                </p:spPr>
              </p:pic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FE0E55FA-70BB-E3FF-7236-8263C0245BB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9869" y="1638497"/>
                    <a:ext cx="4157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t>La densità totale può essere vista come </a:t>
                    </a:r>
                  </a:p>
                </p:txBody>
              </p:sp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3A1F0580-7089-5045-D0AE-2F72CF0125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762369" y="1666948"/>
                    <a:ext cx="924054" cy="362001"/>
                  </a:xfrm>
                  <a:prstGeom prst="rect">
                    <a:avLst/>
                  </a:prstGeom>
                </p:spPr>
              </p:pic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924E9BC-8963-B324-6DB7-64B2728EDE43}"/>
                      </a:ext>
                    </a:extLst>
                  </p:cNvPr>
                  <p:cNvSpPr txBox="1"/>
                  <p:nvPr/>
                </p:nvSpPr>
                <p:spPr>
                  <a:xfrm>
                    <a:off x="3559361" y="2095525"/>
                    <a:ext cx="3538126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t-IT" sz="1500" u="sng" dirty="0"/>
                      <a:t>Densità media delle particelle nel sito i mentre si trovano nel primo stato</a:t>
                    </a:r>
                  </a:p>
                </p:txBody>
              </p:sp>
              <p:pic>
                <p:nvPicPr>
                  <p:cNvPr id="11" name="Picture 10">
                    <a:extLst>
                      <a:ext uri="{FF2B5EF4-FFF2-40B4-BE49-F238E27FC236}">
                        <a16:creationId xmlns:a16="http://schemas.microsoft.com/office/drawing/2014/main" id="{AE9D668B-D140-C9EE-0910-BBBB9900B6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911305" y="2926213"/>
                    <a:ext cx="1619476" cy="49536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1EC041B1-2FD1-5AAC-55FA-B781858019BB}"/>
                  </a:ext>
                </a:extLst>
              </p:cNvPr>
              <p:cNvGrpSpPr/>
              <p:nvPr/>
            </p:nvGrpSpPr>
            <p:grpSpPr>
              <a:xfrm>
                <a:off x="8621565" y="2189850"/>
                <a:ext cx="3019846" cy="1216460"/>
                <a:chOff x="8555080" y="2298395"/>
                <a:chExt cx="3019846" cy="1216460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6972AEDF-96BE-AABD-B83A-70C8D14223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55080" y="2952802"/>
                  <a:ext cx="3019846" cy="562053"/>
                </a:xfrm>
                <a:prstGeom prst="rect">
                  <a:avLst/>
                </a:prstGeom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A6E380E0-1196-6917-A509-2C4368EE73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55080" y="2298395"/>
                  <a:ext cx="2876550" cy="590550"/>
                </a:xfrm>
                <a:prstGeom prst="rect">
                  <a:avLst/>
                </a:prstGeom>
              </p:spPr>
            </p:pic>
          </p:grp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1441BF-85B5-FB1A-3C1B-298A4C68F3C2}"/>
                </a:ext>
              </a:extLst>
            </p:cNvPr>
            <p:cNvSpPr/>
            <p:nvPr/>
          </p:nvSpPr>
          <p:spPr>
            <a:xfrm>
              <a:off x="120663" y="1858931"/>
              <a:ext cx="1124923" cy="2016000"/>
            </a:xfrm>
            <a:prstGeom prst="rect">
              <a:avLst/>
            </a:prstGeom>
            <a:effectLst>
              <a:softEdge rad="31750"/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Densità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9B32CD-DABD-9C5B-710E-67AD749D7F41}"/>
              </a:ext>
            </a:extLst>
          </p:cNvPr>
          <p:cNvGrpSpPr/>
          <p:nvPr/>
        </p:nvGrpSpPr>
        <p:grpSpPr>
          <a:xfrm>
            <a:off x="3860808" y="4197444"/>
            <a:ext cx="7619256" cy="1271882"/>
            <a:chOff x="3672000" y="4326904"/>
            <a:chExt cx="7619256" cy="127188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8F9B9B6-5BEF-FB7A-D824-1DFD5A6295F3}"/>
                </a:ext>
              </a:extLst>
            </p:cNvPr>
            <p:cNvGrpSpPr/>
            <p:nvPr/>
          </p:nvGrpSpPr>
          <p:grpSpPr>
            <a:xfrm>
              <a:off x="3672000" y="4326904"/>
              <a:ext cx="7619256" cy="1271882"/>
              <a:chOff x="3672000" y="4326904"/>
              <a:chExt cx="7619256" cy="127188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A3C4B6-4398-0A35-C894-E4E305BC4C9C}"/>
                  </a:ext>
                </a:extLst>
              </p:cNvPr>
              <p:cNvSpPr txBox="1"/>
              <p:nvPr/>
            </p:nvSpPr>
            <p:spPr>
              <a:xfrm>
                <a:off x="3672000" y="4326904"/>
                <a:ext cx="309181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500" u="sng" dirty="0"/>
                  <a:t># particelle che entrano nel sito i per unità di tempo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1B820F-77D8-4848-49C8-50FFE824C474}"/>
                  </a:ext>
                </a:extLst>
              </p:cNvPr>
              <p:cNvSpPr txBox="1"/>
              <p:nvPr/>
            </p:nvSpPr>
            <p:spPr>
              <a:xfrm>
                <a:off x="3672000" y="4932000"/>
                <a:ext cx="2907031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500" u="sng" dirty="0"/>
                  <a:t># particelle che escono dal sito i per unità di tempo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6BC681BE-4A77-D2A0-3334-915A7A959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1719" y="4706558"/>
                <a:ext cx="2319537" cy="348689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93639F-E05A-F1E9-1CE5-D539977C5B98}"/>
                  </a:ext>
                </a:extLst>
              </p:cNvPr>
              <p:cNvSpPr txBox="1"/>
              <p:nvPr/>
            </p:nvSpPr>
            <p:spPr>
              <a:xfrm>
                <a:off x="6552569" y="4341899"/>
                <a:ext cx="184731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it-IT" sz="17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50D7EF8D-DC68-0025-3F0F-12B8B8F49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37300" y="5172143"/>
                <a:ext cx="1427612" cy="426643"/>
              </a:xfrm>
              <a:prstGeom prst="rect">
                <a:avLst/>
              </a:prstGeom>
            </p:spPr>
          </p:pic>
        </p:grp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EC21EA1-86F6-FC83-162C-B7A286E46A90}"/>
                </a:ext>
              </a:extLst>
            </p:cNvPr>
            <p:cNvSpPr/>
            <p:nvPr/>
          </p:nvSpPr>
          <p:spPr>
            <a:xfrm>
              <a:off x="6714032" y="4371493"/>
              <a:ext cx="2079805" cy="101397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Stato stazionario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278E39-93D8-3BE4-3B5E-D52142CA3B9E}"/>
              </a:ext>
            </a:extLst>
          </p:cNvPr>
          <p:cNvSpPr/>
          <p:nvPr/>
        </p:nvSpPr>
        <p:spPr>
          <a:xfrm>
            <a:off x="245388" y="3896300"/>
            <a:ext cx="1124923" cy="2016000"/>
          </a:xfrm>
          <a:prstGeom prst="rect">
            <a:avLst/>
          </a:prstGeom>
          <a:effectLst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Corrente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4E8A14-637A-A4DB-A206-69A4885E54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3D20A-A728-1418-AA7B-4D25048050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2926" y="3072870"/>
            <a:ext cx="1333686" cy="26673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1B14529E-44CC-73D3-5368-0AEECB168622}"/>
              </a:ext>
            </a:extLst>
          </p:cNvPr>
          <p:cNvSpPr/>
          <p:nvPr/>
        </p:nvSpPr>
        <p:spPr>
          <a:xfrm>
            <a:off x="6620392" y="2264321"/>
            <a:ext cx="2079805" cy="10139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Assenza di correlazione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6424ED-DC7F-191B-24C1-67DD96EC19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5631" y="4863601"/>
            <a:ext cx="2335177" cy="33144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EB573FC-B58F-09EB-7516-B8283F72B3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9945" y="4305669"/>
            <a:ext cx="2322654" cy="3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7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C9698E6-121D-BF0B-D741-9BB51B5026F4}"/>
              </a:ext>
            </a:extLst>
          </p:cNvPr>
          <p:cNvGrpSpPr/>
          <p:nvPr/>
        </p:nvGrpSpPr>
        <p:grpSpPr>
          <a:xfrm>
            <a:off x="7498613" y="2551911"/>
            <a:ext cx="4014112" cy="2849229"/>
            <a:chOff x="7325070" y="2392624"/>
            <a:chExt cx="4014112" cy="284922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AC51070-D94B-B045-9742-102D2FF3F037}"/>
                </a:ext>
              </a:extLst>
            </p:cNvPr>
            <p:cNvSpPr/>
            <p:nvPr/>
          </p:nvSpPr>
          <p:spPr>
            <a:xfrm>
              <a:off x="7325070" y="2392624"/>
              <a:ext cx="4014112" cy="284922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3E3DB53-97CB-F5FA-5AB7-BCAB027171C7}"/>
                </a:ext>
              </a:extLst>
            </p:cNvPr>
            <p:cNvGrpSpPr/>
            <p:nvPr/>
          </p:nvGrpSpPr>
          <p:grpSpPr>
            <a:xfrm>
              <a:off x="7325070" y="2392624"/>
              <a:ext cx="4014112" cy="2632034"/>
              <a:chOff x="7325070" y="2392624"/>
              <a:chExt cx="4014112" cy="263203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77C1A5-C99E-7DAE-E5CB-6908BE43183D}"/>
                  </a:ext>
                </a:extLst>
              </p:cNvPr>
              <p:cNvSpPr txBox="1"/>
              <p:nvPr/>
            </p:nvSpPr>
            <p:spPr>
              <a:xfrm>
                <a:off x="7325070" y="2392624"/>
                <a:ext cx="40141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dirty="0"/>
                  <a:t>Da cui si possono ricavare i valori delle</a:t>
                </a:r>
              </a:p>
              <a:p>
                <a:pPr algn="ctr"/>
                <a:r>
                  <a:rPr lang="it-IT" dirty="0"/>
                  <a:t>densità per cui la corrente è massima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E5ACFF0-101F-BAC0-0252-79C8500102F7}"/>
                  </a:ext>
                </a:extLst>
              </p:cNvPr>
              <p:cNvGrpSpPr/>
              <p:nvPr/>
            </p:nvGrpSpPr>
            <p:grpSpPr>
              <a:xfrm>
                <a:off x="8004408" y="3074852"/>
                <a:ext cx="2655436" cy="1949806"/>
                <a:chOff x="7734831" y="2992435"/>
                <a:chExt cx="2365593" cy="1662345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E390709-97B3-99BD-D227-9D7765D7A3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734831" y="2992435"/>
                  <a:ext cx="2143424" cy="676369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A037C674-3AA6-E5B3-3149-34682CA8CC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76000" y="3724047"/>
                  <a:ext cx="2324424" cy="457264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0E6699D8-B94D-4269-D27F-511963336B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84000" y="4321358"/>
                  <a:ext cx="1143160" cy="33342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49D505-9623-6E51-4762-5AC53B09BCF9}"/>
              </a:ext>
            </a:extLst>
          </p:cNvPr>
          <p:cNvGrpSpPr/>
          <p:nvPr/>
        </p:nvGrpSpPr>
        <p:grpSpPr>
          <a:xfrm>
            <a:off x="3558018" y="5765325"/>
            <a:ext cx="5889171" cy="646331"/>
            <a:chOff x="3097838" y="5713951"/>
            <a:chExt cx="5889171" cy="64633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2F6E4B5-4533-F574-C418-0DC205B352B7}"/>
                </a:ext>
              </a:extLst>
            </p:cNvPr>
            <p:cNvSpPr/>
            <p:nvPr/>
          </p:nvSpPr>
          <p:spPr>
            <a:xfrm>
              <a:off x="3097838" y="5713951"/>
              <a:ext cx="5889171" cy="6463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7CDE754-81E3-F690-6AE7-C6FDF547F26E}"/>
                </a:ext>
              </a:extLst>
            </p:cNvPr>
            <p:cNvGrpSpPr/>
            <p:nvPr/>
          </p:nvGrpSpPr>
          <p:grpSpPr>
            <a:xfrm>
              <a:off x="3248641" y="5788243"/>
              <a:ext cx="5689571" cy="476316"/>
              <a:chOff x="5290457" y="5036020"/>
              <a:chExt cx="5689571" cy="47631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CC8F53-E00E-E963-E8C5-03EFB9CB411A}"/>
                  </a:ext>
                </a:extLst>
              </p:cNvPr>
              <p:cNvSpPr txBox="1"/>
              <p:nvPr/>
            </p:nvSpPr>
            <p:spPr>
              <a:xfrm>
                <a:off x="5290457" y="5094514"/>
                <a:ext cx="5689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Il rapporto        determina la fase in cui si trova il sistema 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CAC8A677-09DD-F39A-7897-3764A2C3D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8315" y="5036020"/>
                <a:ext cx="219106" cy="476316"/>
              </a:xfrm>
              <a:prstGeom prst="rect">
                <a:avLst/>
              </a:prstGeom>
            </p:spPr>
          </p:pic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5EC07CFF-F9D3-2F59-428E-A5481CC38312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 err="1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Boundary: soluzioni di campo medio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639AB8-F896-FBEE-ECAF-B0FD895143E7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059A7C-2733-2EB2-2A8A-8DB5CE25AC23}"/>
              </a:ext>
            </a:extLst>
          </p:cNvPr>
          <p:cNvSpPr txBox="1"/>
          <p:nvPr/>
        </p:nvSpPr>
        <p:spPr>
          <a:xfrm>
            <a:off x="120663" y="76315"/>
            <a:ext cx="224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D89D58-A582-D519-AFE3-BB09F74C2D89}"/>
              </a:ext>
            </a:extLst>
          </p:cNvPr>
          <p:cNvGrpSpPr/>
          <p:nvPr/>
        </p:nvGrpSpPr>
        <p:grpSpPr>
          <a:xfrm>
            <a:off x="952346" y="1455484"/>
            <a:ext cx="5550258" cy="3860661"/>
            <a:chOff x="584589" y="1690688"/>
            <a:chExt cx="4992225" cy="30430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34AFB1-C2D3-01BA-159A-94A8C3787943}"/>
                </a:ext>
              </a:extLst>
            </p:cNvPr>
            <p:cNvSpPr txBox="1"/>
            <p:nvPr/>
          </p:nvSpPr>
          <p:spPr>
            <a:xfrm>
              <a:off x="838200" y="1690688"/>
              <a:ext cx="4539342" cy="1164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Il numero medio delle particelle </a:t>
              </a:r>
              <a:r>
                <a:rPr lang="it-IT" dirty="0"/>
                <a:t>nel</a:t>
              </a:r>
              <a:r>
                <a:rPr lang="it-IT" b="1" u="sng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</a:t>
              </a:r>
              <a:r>
                <a:rPr lang="it-IT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primo</a:t>
              </a:r>
              <a:r>
                <a:rPr lang="it-IT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it-IT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stato</a:t>
              </a:r>
              <a:r>
                <a:rPr lang="it-IT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</a:t>
              </a:r>
              <a:r>
                <a:rPr lang="it-IT" dirty="0"/>
                <a:t>e nel </a:t>
              </a:r>
              <a:r>
                <a:rPr lang="it-IT" b="1" dirty="0">
                  <a:solidFill>
                    <a:schemeClr val="accent1">
                      <a:lumMod val="75000"/>
                    </a:schemeClr>
                  </a:solidFill>
                </a:rPr>
                <a:t>secondo stato</a:t>
              </a:r>
              <a:r>
                <a:rPr lang="it-IT" dirty="0"/>
                <a:t> sono rispettivamente uguali alla </a:t>
              </a:r>
              <a:r>
                <a:rPr lang="it-IT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densità locale</a:t>
              </a:r>
              <a:r>
                <a:rPr lang="it-IT" dirty="0"/>
                <a:t> </a:t>
              </a:r>
              <a:r>
                <a:rPr lang="it-IT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λ</a:t>
              </a:r>
              <a:r>
                <a:rPr lang="it-IT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</a:t>
              </a:r>
              <a:r>
                <a:rPr lang="it-IT" dirty="0"/>
                <a:t>(primo stato) e </a:t>
              </a:r>
              <a:r>
                <a:rPr lang="it-IT" b="1" dirty="0">
                  <a:solidFill>
                    <a:schemeClr val="accent1">
                      <a:lumMod val="75000"/>
                    </a:schemeClr>
                  </a:solidFill>
                </a:rPr>
                <a:t>σ </a:t>
              </a:r>
              <a:r>
                <a:rPr lang="it-IT" dirty="0"/>
                <a:t>(secondo stato).</a:t>
              </a:r>
            </a:p>
            <a:p>
              <a:pPr algn="ctr"/>
              <a:r>
                <a:rPr lang="it-IT" dirty="0"/>
                <a:t>Ed è dunque possibile riscrivere: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474682-EBF9-E144-E803-048BDC432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589" y="2893138"/>
              <a:ext cx="2551433" cy="161081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7A04825-A956-54C7-6402-6779A1732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75796" y="2815535"/>
              <a:ext cx="1701018" cy="1918169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5EA658-6B2B-F682-AC2F-D95739E6E68D}"/>
                </a:ext>
              </a:extLst>
            </p:cNvPr>
            <p:cNvCxnSpPr>
              <a:cxnSpLocks/>
            </p:cNvCxnSpPr>
            <p:nvPr/>
          </p:nvCxnSpPr>
          <p:spPr>
            <a:xfrm>
              <a:off x="2654136" y="3154122"/>
              <a:ext cx="12216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3AC902F-8A1E-74F0-E3A3-8BCC54716973}"/>
                </a:ext>
              </a:extLst>
            </p:cNvPr>
            <p:cNvCxnSpPr>
              <a:cxnSpLocks/>
            </p:cNvCxnSpPr>
            <p:nvPr/>
          </p:nvCxnSpPr>
          <p:spPr>
            <a:xfrm>
              <a:off x="1679729" y="3677801"/>
              <a:ext cx="2196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6065D64-8ABB-67A6-11D4-CED91E7BAB1F}"/>
                </a:ext>
              </a:extLst>
            </p:cNvPr>
            <p:cNvCxnSpPr>
              <a:cxnSpLocks/>
            </p:cNvCxnSpPr>
            <p:nvPr/>
          </p:nvCxnSpPr>
          <p:spPr>
            <a:xfrm>
              <a:off x="2895079" y="4274709"/>
              <a:ext cx="980717" cy="117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ight Bracket 30">
            <a:extLst>
              <a:ext uri="{FF2B5EF4-FFF2-40B4-BE49-F238E27FC236}">
                <a16:creationId xmlns:a16="http://schemas.microsoft.com/office/drawing/2014/main" id="{642FB4EE-AB29-939A-28DE-2FF4E768BA7E}"/>
              </a:ext>
            </a:extLst>
          </p:cNvPr>
          <p:cNvSpPr/>
          <p:nvPr/>
        </p:nvSpPr>
        <p:spPr>
          <a:xfrm>
            <a:off x="6281058" y="2882572"/>
            <a:ext cx="281960" cy="2359281"/>
          </a:xfrm>
          <a:prstGeom prst="rightBracket">
            <a:avLst>
              <a:gd name="adj" fmla="val 158902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2D890172-A70A-9C1F-F4AC-B1F44559F227}"/>
              </a:ext>
            </a:extLst>
          </p:cNvPr>
          <p:cNvSpPr/>
          <p:nvPr/>
        </p:nvSpPr>
        <p:spPr>
          <a:xfrm>
            <a:off x="6683464" y="3786180"/>
            <a:ext cx="694703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8DCE53C-0738-B04C-7509-8B034130FA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81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D39855-5865-67FC-8AA8-189FFAA949D1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Boundary: dinamica e stato stazionario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DC9B47-1ABF-1322-A9A7-67E0B9DCE636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F78FD1-4100-27E2-5A4F-6E20112CEB7C}"/>
              </a:ext>
            </a:extLst>
          </p:cNvPr>
          <p:cNvSpPr txBox="1"/>
          <p:nvPr/>
        </p:nvSpPr>
        <p:spPr>
          <a:xfrm>
            <a:off x="120663" y="76315"/>
            <a:ext cx="224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3FCD426-756E-0993-0D4B-874C30EFA0CB}"/>
              </a:ext>
            </a:extLst>
          </p:cNvPr>
          <p:cNvGrpSpPr/>
          <p:nvPr/>
        </p:nvGrpSpPr>
        <p:grpSpPr>
          <a:xfrm>
            <a:off x="2064376" y="1273629"/>
            <a:ext cx="8646231" cy="4653421"/>
            <a:chOff x="2209892" y="1400397"/>
            <a:chExt cx="7924573" cy="4074440"/>
          </a:xfrm>
        </p:grpSpPr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81BBE96A-7859-249C-964C-31A55D05C01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10258148"/>
                </p:ext>
              </p:extLst>
            </p:nvPr>
          </p:nvGraphicFramePr>
          <p:xfrm>
            <a:off x="2288224" y="1400397"/>
            <a:ext cx="7526455" cy="317203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C4D23C8-06A0-4B74-985E-189CFA045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09892" y="4533548"/>
              <a:ext cx="2410161" cy="895475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ADC0F1C-946B-320D-06B0-D869A50DE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71949" y="4549741"/>
              <a:ext cx="2562516" cy="925096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A9C8594-A222-AD99-4B2D-10351855DAFF}"/>
                </a:ext>
              </a:extLst>
            </p:cNvPr>
            <p:cNvGrpSpPr/>
            <p:nvPr/>
          </p:nvGrpSpPr>
          <p:grpSpPr>
            <a:xfrm>
              <a:off x="4923645" y="4533548"/>
              <a:ext cx="2410161" cy="895475"/>
              <a:chOff x="4842780" y="4543848"/>
              <a:chExt cx="2591162" cy="913755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F2A7F709-AA02-4E1D-3F7B-AA350A98FB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42780" y="4990813"/>
                <a:ext cx="2591162" cy="46679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C4D6715-9C42-9337-B003-236E1A72D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6538" y="4543848"/>
                <a:ext cx="2409825" cy="438150"/>
              </a:xfrm>
              <a:prstGeom prst="rect">
                <a:avLst/>
              </a:prstGeom>
            </p:spPr>
          </p:pic>
        </p:grp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0F93FC5B-31B8-73DC-DF3B-B484F7DD15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42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D8CA454-3766-3670-3314-11CB32C2609D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Boundary: dinamica e stato stazionario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11E5C4-C82F-DD7D-B6B3-A78FA8655BAF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D9678D-3503-AAB2-7CFB-9413FB963285}"/>
              </a:ext>
            </a:extLst>
          </p:cNvPr>
          <p:cNvSpPr txBox="1"/>
          <p:nvPr/>
        </p:nvSpPr>
        <p:spPr>
          <a:xfrm>
            <a:off x="120663" y="76315"/>
            <a:ext cx="224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93AC7FF-8DF3-3540-1803-46DE26FAA964}"/>
              </a:ext>
            </a:extLst>
          </p:cNvPr>
          <p:cNvGrpSpPr/>
          <p:nvPr/>
        </p:nvGrpSpPr>
        <p:grpSpPr>
          <a:xfrm>
            <a:off x="798045" y="1401993"/>
            <a:ext cx="10595909" cy="4445286"/>
            <a:chOff x="204664" y="1131218"/>
            <a:chExt cx="10595909" cy="444528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01CCE2F-6179-3812-BF6E-9BAB4F6DCC43}"/>
                </a:ext>
              </a:extLst>
            </p:cNvPr>
            <p:cNvGrpSpPr/>
            <p:nvPr/>
          </p:nvGrpSpPr>
          <p:grpSpPr>
            <a:xfrm>
              <a:off x="6279117" y="4250941"/>
              <a:ext cx="4521456" cy="1325563"/>
              <a:chOff x="5972373" y="4049486"/>
              <a:chExt cx="4521456" cy="1325563"/>
            </a:xfrm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452FD84-8BC9-4B99-F8B8-208A69110F1A}"/>
                  </a:ext>
                </a:extLst>
              </p:cNvPr>
              <p:cNvSpPr/>
              <p:nvPr/>
            </p:nvSpPr>
            <p:spPr>
              <a:xfrm>
                <a:off x="5972373" y="4049486"/>
                <a:ext cx="4521456" cy="1325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7D69C34-6258-BE1C-A82D-677DA3B89623}"/>
                  </a:ext>
                </a:extLst>
              </p:cNvPr>
              <p:cNvGrpSpPr/>
              <p:nvPr/>
            </p:nvGrpSpPr>
            <p:grpSpPr>
              <a:xfrm>
                <a:off x="6036291" y="4115628"/>
                <a:ext cx="4363054" cy="1204141"/>
                <a:chOff x="7785777" y="5483946"/>
                <a:chExt cx="4363054" cy="1204141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057762C8-9A8C-6940-1A0B-04C9EB406E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004878" y="5735454"/>
                  <a:ext cx="4143953" cy="952633"/>
                </a:xfrm>
                <a:prstGeom prst="rect">
                  <a:avLst/>
                </a:prstGeom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</p:pic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BCAF7EC-22E4-895B-3223-3E8371B98414}"/>
                    </a:ext>
                  </a:extLst>
                </p:cNvPr>
                <p:cNvSpPr txBox="1"/>
                <p:nvPr/>
              </p:nvSpPr>
              <p:spPr>
                <a:xfrm>
                  <a:off x="7785777" y="5483946"/>
                  <a:ext cx="4363054" cy="369332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dirty="0"/>
                    <a:t>È possibile ricavare l’</a:t>
                  </a:r>
                  <a:r>
                    <a:rPr lang="it-IT" b="1" dirty="0"/>
                    <a:t>equazione ricorsiva</a:t>
                  </a:r>
                </a:p>
              </p:txBody>
            </p:sp>
          </p:grp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F77E6CD-D567-3104-1ABF-966FC09F2D85}"/>
                </a:ext>
              </a:extLst>
            </p:cNvPr>
            <p:cNvSpPr/>
            <p:nvPr/>
          </p:nvSpPr>
          <p:spPr>
            <a:xfrm>
              <a:off x="1261504" y="2280154"/>
              <a:ext cx="861978" cy="82106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D633A36-21B0-C11F-25E6-DFC86970FFC1}"/>
                </a:ext>
              </a:extLst>
            </p:cNvPr>
            <p:cNvGrpSpPr/>
            <p:nvPr/>
          </p:nvGrpSpPr>
          <p:grpSpPr>
            <a:xfrm>
              <a:off x="436029" y="1131218"/>
              <a:ext cx="2579314" cy="1753494"/>
              <a:chOff x="2209892" y="1400397"/>
              <a:chExt cx="7924573" cy="4074440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5BB407A-A429-6CCE-1A42-2786EB74FD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892" y="4533548"/>
                <a:ext cx="2410161" cy="895475"/>
              </a:xfrm>
              <a:prstGeom prst="rect">
                <a:avLst/>
              </a:prstGeom>
            </p:spPr>
          </p:pic>
          <p:graphicFrame>
            <p:nvGraphicFramePr>
              <p:cNvPr id="25" name="Diagram 24">
                <a:extLst>
                  <a:ext uri="{FF2B5EF4-FFF2-40B4-BE49-F238E27FC236}">
                    <a16:creationId xmlns:a16="http://schemas.microsoft.com/office/drawing/2014/main" id="{5EEB667D-5E96-8509-C0B1-4CE39068A41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21979746"/>
                  </p:ext>
                </p:extLst>
              </p:nvPr>
            </p:nvGraphicFramePr>
            <p:xfrm>
              <a:off x="2288224" y="1400397"/>
              <a:ext cx="7526455" cy="317203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1A5851D-8487-47DB-A5F7-00DB9343B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71949" y="4549741"/>
                <a:ext cx="2562516" cy="925096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3CAFE7B-6885-FDCD-C9C9-E532CDE5D564}"/>
                  </a:ext>
                </a:extLst>
              </p:cNvPr>
              <p:cNvGrpSpPr/>
              <p:nvPr/>
            </p:nvGrpSpPr>
            <p:grpSpPr>
              <a:xfrm>
                <a:off x="4927129" y="4533549"/>
                <a:ext cx="2289618" cy="840788"/>
                <a:chOff x="4846525" y="4543846"/>
                <a:chExt cx="2461566" cy="857951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882997BD-0EDC-55ED-09B2-284BB88ACC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98264" y="4967677"/>
                  <a:ext cx="2409827" cy="434120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AE1D2AE0-C947-0105-902B-F88EBF19EA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46525" y="4543846"/>
                  <a:ext cx="2409837" cy="43815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69B6414-B4A4-030F-458E-FC2786F8C873}"/>
                </a:ext>
              </a:extLst>
            </p:cNvPr>
            <p:cNvGrpSpPr/>
            <p:nvPr/>
          </p:nvGrpSpPr>
          <p:grpSpPr>
            <a:xfrm>
              <a:off x="204664" y="3505917"/>
              <a:ext cx="2961130" cy="1622332"/>
              <a:chOff x="182686" y="3439775"/>
              <a:chExt cx="2961130" cy="1622332"/>
            </a:xfrm>
          </p:grpSpPr>
          <p:sp>
            <p:nvSpPr>
              <p:cNvPr id="35" name="Speech Bubble: Rectangle with Corners Rounded 34">
                <a:extLst>
                  <a:ext uri="{FF2B5EF4-FFF2-40B4-BE49-F238E27FC236}">
                    <a16:creationId xmlns:a16="http://schemas.microsoft.com/office/drawing/2014/main" id="{C477677F-A02F-267D-7CCF-122637738CD9}"/>
                  </a:ext>
                </a:extLst>
              </p:cNvPr>
              <p:cNvSpPr/>
              <p:nvPr/>
            </p:nvSpPr>
            <p:spPr>
              <a:xfrm flipV="1">
                <a:off x="182686" y="3439775"/>
                <a:ext cx="2961130" cy="1622332"/>
              </a:xfrm>
              <a:prstGeom prst="wedgeRoundRectCallout">
                <a:avLst>
                  <a:gd name="adj1" fmla="val -2452"/>
                  <a:gd name="adj2" fmla="val 70552"/>
                  <a:gd name="adj3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DB901C8-9BCC-FF92-675A-7E65E9F49D41}"/>
                  </a:ext>
                </a:extLst>
              </p:cNvPr>
              <p:cNvGrpSpPr/>
              <p:nvPr/>
            </p:nvGrpSpPr>
            <p:grpSpPr>
              <a:xfrm>
                <a:off x="436630" y="3700826"/>
                <a:ext cx="2629644" cy="1022723"/>
                <a:chOff x="5025259" y="4852003"/>
                <a:chExt cx="2629644" cy="1022723"/>
              </a:xfrm>
            </p:grpSpPr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4232E5D3-642E-BC67-7B3A-7666E13DA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25259" y="5352270"/>
                  <a:ext cx="2629644" cy="522456"/>
                </a:xfrm>
                <a:prstGeom prst="rect">
                  <a:avLst/>
                </a:prstGeom>
              </p:spPr>
            </p:pic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A5A73612-28B7-81E6-3A70-870E7D2624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29073" y="4852003"/>
                  <a:ext cx="2445614" cy="490401"/>
                </a:xfrm>
                <a:prstGeom prst="rect">
                  <a:avLst/>
                </a:prstGeom>
              </p:spPr>
            </p:pic>
          </p:grp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3AB0472-721A-C53F-63FC-3A7E67922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14615" y="1787161"/>
              <a:ext cx="3372321" cy="1247949"/>
            </a:xfrm>
            <a:prstGeom prst="rect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CE536A8-DAB5-1443-0121-DCB384997C70}"/>
                </a:ext>
              </a:extLst>
            </p:cNvPr>
            <p:cNvGrpSpPr/>
            <p:nvPr/>
          </p:nvGrpSpPr>
          <p:grpSpPr>
            <a:xfrm>
              <a:off x="3165794" y="2411136"/>
              <a:ext cx="2548821" cy="1905947"/>
              <a:chOff x="3165794" y="2411136"/>
              <a:chExt cx="2548821" cy="1905947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EEAF883-A3D3-64CA-A639-E07BCAEF3005}"/>
                  </a:ext>
                </a:extLst>
              </p:cNvPr>
              <p:cNvCxnSpPr>
                <a:stCxn id="35" idx="3"/>
                <a:endCxn id="37" idx="1"/>
              </p:cNvCxnSpPr>
              <p:nvPr/>
            </p:nvCxnSpPr>
            <p:spPr>
              <a:xfrm flipV="1">
                <a:off x="3165794" y="2411136"/>
                <a:ext cx="2548821" cy="19059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E8D6DD-082F-DE06-11DD-7151BBF23BC8}"/>
                  </a:ext>
                </a:extLst>
              </p:cNvPr>
              <p:cNvSpPr txBox="1"/>
              <p:nvPr/>
            </p:nvSpPr>
            <p:spPr>
              <a:xfrm rot="19410265">
                <a:off x="3359404" y="2998851"/>
                <a:ext cx="18566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Stato stazionario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172CA0F-97BE-E3D0-0FCC-DDD6188C6F21}"/>
                </a:ext>
              </a:extLst>
            </p:cNvPr>
            <p:cNvCxnSpPr>
              <a:cxnSpLocks/>
              <a:stCxn id="37" idx="2"/>
              <a:endCxn id="45" idx="0"/>
            </p:cNvCxnSpPr>
            <p:nvPr/>
          </p:nvCxnSpPr>
          <p:spPr>
            <a:xfrm>
              <a:off x="7400776" y="3035110"/>
              <a:ext cx="1139069" cy="12158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22F076CD-F797-EDFA-043A-1D6E2EF175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71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230CE9F-9DED-B8B9-E5C9-921F61372BE6}"/>
              </a:ext>
            </a:extLst>
          </p:cNvPr>
          <p:cNvGrpSpPr/>
          <p:nvPr/>
        </p:nvGrpSpPr>
        <p:grpSpPr>
          <a:xfrm>
            <a:off x="1132115" y="1424813"/>
            <a:ext cx="10308771" cy="5215473"/>
            <a:chOff x="1915887" y="1415143"/>
            <a:chExt cx="9927770" cy="4723190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746244ED-1180-AB32-4560-EF7A09C298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69155301"/>
                </p:ext>
              </p:extLst>
            </p:nvPr>
          </p:nvGraphicFramePr>
          <p:xfrm>
            <a:off x="1915887" y="1415143"/>
            <a:ext cx="9927770" cy="47231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9634A69-F434-99CB-1E85-A8916ED17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94189" y="2535523"/>
              <a:ext cx="1734934" cy="27626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2927A6-941F-F6C8-4F09-BEBFED965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67859" y="2533501"/>
              <a:ext cx="1823823" cy="26217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7867C72-686D-5468-0A93-A056D32A4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94733" y="3336453"/>
              <a:ext cx="1933845" cy="26673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A2D7F52-49CE-2122-F35B-D88899228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66208" y="3991162"/>
              <a:ext cx="1762371" cy="162900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0404C9D-A72D-F452-D3DF-E989889AF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53104" y="3317400"/>
              <a:ext cx="1810003" cy="28579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FFE9301-742B-8BDD-71A1-995422134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31769" y="3962583"/>
              <a:ext cx="2896004" cy="165758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A8F77EF-592C-E2D4-6384-A570DCA01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471138" y="3991162"/>
              <a:ext cx="1609950" cy="314369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85BF70C-4B11-844C-30B4-1B9C28222066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</a:t>
            </a:r>
            <a:r>
              <a:rPr lang="it-IT" sz="3700" dirty="0" err="1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boundary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lo studio delle fasi del sistema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B87215-1A16-494E-A8B8-3089046BC74A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653D0A-1025-D5C6-E914-98FF34F208B2}"/>
              </a:ext>
            </a:extLst>
          </p:cNvPr>
          <p:cNvSpPr txBox="1"/>
          <p:nvPr/>
        </p:nvSpPr>
        <p:spPr>
          <a:xfrm>
            <a:off x="120663" y="76315"/>
            <a:ext cx="224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a due stati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379FE0-DBD1-B66F-3618-0DFAFBE5A8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3C86AD-27E1-7C12-58A9-5864252723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6655" y="2658677"/>
            <a:ext cx="2745776" cy="2905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9B4151-1DAB-5CDE-3A2C-BC7EA43C3BC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6564" y="4770843"/>
            <a:ext cx="1555247" cy="129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54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AA20897-3DFA-2A24-33D8-E0275B09684E}"/>
              </a:ext>
            </a:extLst>
          </p:cNvPr>
          <p:cNvGrpSpPr/>
          <p:nvPr/>
        </p:nvGrpSpPr>
        <p:grpSpPr>
          <a:xfrm>
            <a:off x="1794188" y="1642846"/>
            <a:ext cx="8835389" cy="4576641"/>
            <a:chOff x="2538894" y="1632187"/>
            <a:chExt cx="7199386" cy="4163825"/>
          </a:xfrm>
        </p:grpSpPr>
        <p:sp>
          <p:nvSpPr>
            <p:cNvPr id="17" name="Callout: Down Arrow 16">
              <a:extLst>
                <a:ext uri="{FF2B5EF4-FFF2-40B4-BE49-F238E27FC236}">
                  <a16:creationId xmlns:a16="http://schemas.microsoft.com/office/drawing/2014/main" id="{F1DBCA68-0AC8-71CD-0E36-340883C26CB8}"/>
                </a:ext>
              </a:extLst>
            </p:cNvPr>
            <p:cNvSpPr/>
            <p:nvPr/>
          </p:nvSpPr>
          <p:spPr>
            <a:xfrm>
              <a:off x="2538894" y="1632187"/>
              <a:ext cx="7010400" cy="2339839"/>
            </a:xfrm>
            <a:prstGeom prst="downArrowCallout">
              <a:avLst>
                <a:gd name="adj1" fmla="val 12914"/>
                <a:gd name="adj2" fmla="val 15496"/>
                <a:gd name="adj3" fmla="val 25000"/>
                <a:gd name="adj4" fmla="val 64977"/>
              </a:avLst>
            </a:prstGeom>
            <a:solidFill>
              <a:schemeClr val="bg1"/>
            </a:solidFill>
            <a:ln w="38100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542B367-964A-441F-3242-1CE312D995E1}"/>
                </a:ext>
              </a:extLst>
            </p:cNvPr>
            <p:cNvGrpSpPr/>
            <p:nvPr/>
          </p:nvGrpSpPr>
          <p:grpSpPr>
            <a:xfrm>
              <a:off x="2698323" y="1911134"/>
              <a:ext cx="6315480" cy="1092694"/>
              <a:chOff x="1857600" y="1690688"/>
              <a:chExt cx="6315480" cy="10926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D7DB368-7406-20C2-07ED-2A8FD4A85E0B}"/>
                  </a:ext>
                </a:extLst>
              </p:cNvPr>
              <p:cNvGrpSpPr/>
              <p:nvPr/>
            </p:nvGrpSpPr>
            <p:grpSpPr>
              <a:xfrm>
                <a:off x="3657600" y="1690688"/>
                <a:ext cx="4515480" cy="1092694"/>
                <a:chOff x="838200" y="2202276"/>
                <a:chExt cx="4515480" cy="1092694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D036F34E-9E55-D8AE-7E9B-610B1744EA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38200" y="2202276"/>
                  <a:ext cx="4515480" cy="581106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89BE817E-E9BD-4B37-E556-5AA4B9CA3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8070" y="2847233"/>
                  <a:ext cx="1895740" cy="447737"/>
                </a:xfrm>
                <a:prstGeom prst="rect">
                  <a:avLst/>
                </a:prstGeom>
              </p:spPr>
            </p:pic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575C5D-7202-8207-A9E5-B5E082A2A6CE}"/>
                  </a:ext>
                </a:extLst>
              </p:cNvPr>
              <p:cNvSpPr txBox="1"/>
              <p:nvPr/>
            </p:nvSpPr>
            <p:spPr>
              <a:xfrm>
                <a:off x="1857600" y="1728443"/>
                <a:ext cx="1959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dirty="0"/>
                  <a:t>Master equation: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DE6E8D8-2AAB-4CE0-5A6A-840D12B4F2B5}"/>
                </a:ext>
              </a:extLst>
            </p:cNvPr>
            <p:cNvGrpSpPr/>
            <p:nvPr/>
          </p:nvGrpSpPr>
          <p:grpSpPr>
            <a:xfrm>
              <a:off x="2684108" y="4018792"/>
              <a:ext cx="7054172" cy="1777220"/>
              <a:chOff x="2684108" y="4018792"/>
              <a:chExt cx="7054172" cy="177722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AC4DA80-3CED-6582-4130-6C7DB9A61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323" y="4669289"/>
                <a:ext cx="7039957" cy="85737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8E00B51-25F1-212A-D93F-9737BFADD7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4108" y="4018792"/>
                <a:ext cx="6906589" cy="619211"/>
              </a:xfrm>
              <a:prstGeom prst="rect">
                <a:avLst/>
              </a:prstGeom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CA940F2-1E5A-0E37-1563-129455DE50DE}"/>
                  </a:ext>
                </a:extLst>
              </p:cNvPr>
              <p:cNvGrpSpPr/>
              <p:nvPr/>
            </p:nvGrpSpPr>
            <p:grpSpPr>
              <a:xfrm>
                <a:off x="2759473" y="5453064"/>
                <a:ext cx="6820324" cy="342948"/>
                <a:chOff x="2776350" y="5526658"/>
                <a:chExt cx="6820324" cy="342948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3D8FC29A-A8BA-7902-51D2-2C02CB8704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76350" y="5526658"/>
                  <a:ext cx="352474" cy="342948"/>
                </a:xfrm>
                <a:prstGeom prst="rect">
                  <a:avLst/>
                </a:prstGeom>
              </p:spPr>
            </p:pic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6E1791D-0296-3AE7-053A-AB024F8DD5DF}"/>
                    </a:ext>
                  </a:extLst>
                </p:cNvPr>
                <p:cNvSpPr txBox="1"/>
                <p:nvPr/>
              </p:nvSpPr>
              <p:spPr>
                <a:xfrm>
                  <a:off x="3011473" y="5546441"/>
                  <a:ext cx="6585201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sz="1500" dirty="0"/>
                    <a:t>= operatore di scala (muove la particella m-esima una posizione più a sinistra)</a:t>
                  </a:r>
                </a:p>
              </p:txBody>
            </p:sp>
          </p:grpSp>
        </p:grp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07AF13F-BAEA-B360-54F9-179E7A798A1F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master equation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720420-1097-DBBB-7841-AC5943C2EF4A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AA94BB-FE34-6943-C152-F6A4150B1561}"/>
              </a:ext>
            </a:extLst>
          </p:cNvPr>
          <p:cNvSpPr txBox="1"/>
          <p:nvPr/>
        </p:nvSpPr>
        <p:spPr>
          <a:xfrm>
            <a:off x="120663" y="76315"/>
            <a:ext cx="2456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inomogeneo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8A859E-1908-90CB-FB32-AB82EE90DC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49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875CB-36EF-927E-A6C7-C6CA933AD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913" y="2752511"/>
            <a:ext cx="6125430" cy="241016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E033A57-DD93-949D-4B38-1E2339AF6787}"/>
              </a:ext>
            </a:extLst>
          </p:cNvPr>
          <p:cNvGrpSpPr/>
          <p:nvPr/>
        </p:nvGrpSpPr>
        <p:grpSpPr>
          <a:xfrm>
            <a:off x="504203" y="2946756"/>
            <a:ext cx="4474029" cy="1957469"/>
            <a:chOff x="830775" y="2946756"/>
            <a:chExt cx="4474029" cy="1957469"/>
          </a:xfrm>
        </p:grpSpPr>
        <p:sp>
          <p:nvSpPr>
            <p:cNvPr id="5" name="Callout: Right Arrow 4">
              <a:extLst>
                <a:ext uri="{FF2B5EF4-FFF2-40B4-BE49-F238E27FC236}">
                  <a16:creationId xmlns:a16="http://schemas.microsoft.com/office/drawing/2014/main" id="{6D1C74DB-FDB0-B984-6C6F-01A6E1830DEF}"/>
                </a:ext>
              </a:extLst>
            </p:cNvPr>
            <p:cNvSpPr/>
            <p:nvPr/>
          </p:nvSpPr>
          <p:spPr>
            <a:xfrm>
              <a:off x="830775" y="2946756"/>
              <a:ext cx="4474029" cy="1957469"/>
            </a:xfrm>
            <a:prstGeom prst="rightArrowCallout">
              <a:avLst>
                <a:gd name="adj1" fmla="val 8352"/>
                <a:gd name="adj2" fmla="val 9737"/>
                <a:gd name="adj3" fmla="val 11198"/>
                <a:gd name="adj4" fmla="val 88373"/>
              </a:avLst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006E79A-8CB6-5A40-0E51-6025554597A1}"/>
                </a:ext>
              </a:extLst>
            </p:cNvPr>
            <p:cNvGrpSpPr/>
            <p:nvPr/>
          </p:nvGrpSpPr>
          <p:grpSpPr>
            <a:xfrm>
              <a:off x="1038456" y="3093502"/>
              <a:ext cx="3591426" cy="1487423"/>
              <a:chOff x="936172" y="2741789"/>
              <a:chExt cx="3591426" cy="1487423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A27324B-6AE4-D52F-EDFA-6B9A24020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2094" y="2741789"/>
                <a:ext cx="2019582" cy="743054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9AC246C-46BC-9518-D45E-F18D9CA61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172" y="3429000"/>
                <a:ext cx="3591426" cy="800212"/>
              </a:xfrm>
              <a:prstGeom prst="rect">
                <a:avLst/>
              </a:prstGeom>
            </p:spPr>
          </p:pic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AFC3AA-B425-35BA-034E-2384257D952C}"/>
              </a:ext>
            </a:extLst>
          </p:cNvPr>
          <p:cNvSpPr txBox="1"/>
          <p:nvPr/>
        </p:nvSpPr>
        <p:spPr>
          <a:xfrm>
            <a:off x="1064486" y="3889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6A05B-90F8-757C-97CE-F5045754F1A2}"/>
              </a:ext>
            </a:extLst>
          </p:cNvPr>
          <p:cNvSpPr txBox="1"/>
          <p:nvPr/>
        </p:nvSpPr>
        <p:spPr>
          <a:xfrm>
            <a:off x="5543572" y="1615587"/>
            <a:ext cx="574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Riscrivendo la master equation è possibile ricavare i valori dei coefficienti c(n).  E dunque ricavare le equazioni sottostanti: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53433-DB61-C2FC-1CD8-276FACBB7F7F}"/>
              </a:ext>
            </a:extLst>
          </p:cNvPr>
          <p:cNvGrpSpPr/>
          <p:nvPr/>
        </p:nvGrpSpPr>
        <p:grpSpPr>
          <a:xfrm>
            <a:off x="5469688" y="5376266"/>
            <a:ext cx="5952655" cy="369332"/>
            <a:chOff x="7620000" y="5756658"/>
            <a:chExt cx="5952655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B4A940-948B-5016-4D74-AEC21BDA3A26}"/>
                </a:ext>
              </a:extLst>
            </p:cNvPr>
            <p:cNvSpPr txBox="1"/>
            <p:nvPr/>
          </p:nvSpPr>
          <p:spPr>
            <a:xfrm>
              <a:off x="7620000" y="5756658"/>
              <a:ext cx="595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Dove                          corrispondono all’ordine dell’espansione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92F59ED-1226-EC73-E757-C28DF7124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9190" y="5808850"/>
              <a:ext cx="1076475" cy="276264"/>
            </a:xfrm>
            <a:prstGeom prst="rect">
              <a:avLst/>
            </a:prstGeom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592A271-20D3-10C9-09F2-8A1F1133FFCF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Approssimazione in serie di potenze (PSA)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9A0AF5-0106-2241-DC49-6A6C3EA7DDD9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5A8B245-B654-CA3B-71D3-20C261E1E6E8}"/>
              </a:ext>
            </a:extLst>
          </p:cNvPr>
          <p:cNvSpPr txBox="1"/>
          <p:nvPr/>
        </p:nvSpPr>
        <p:spPr>
          <a:xfrm>
            <a:off x="120663" y="76315"/>
            <a:ext cx="2456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modello inomogeneo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7AD28E-1583-0E14-78D2-B83B475C03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03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340658D-8860-E85E-3FF4-69A39D73E267}"/>
              </a:ext>
            </a:extLst>
          </p:cNvPr>
          <p:cNvGrpSpPr/>
          <p:nvPr/>
        </p:nvGrpSpPr>
        <p:grpSpPr>
          <a:xfrm>
            <a:off x="493032" y="1530310"/>
            <a:ext cx="11205936" cy="2585316"/>
            <a:chOff x="1239842" y="1546784"/>
            <a:chExt cx="11205936" cy="25853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4C6B7E-DA2B-8A65-8D8F-83240B4CC08D}"/>
                </a:ext>
              </a:extLst>
            </p:cNvPr>
            <p:cNvSpPr txBox="1"/>
            <p:nvPr/>
          </p:nvSpPr>
          <p:spPr>
            <a:xfrm>
              <a:off x="3956896" y="1546784"/>
              <a:ext cx="64047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200" b="1" dirty="0"/>
                <a:t>Il pacchetto TASEPy introduce 4 diverse funzioni:</a:t>
              </a:r>
            </a:p>
            <a:p>
              <a:endParaRPr lang="it-IT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85EA391-B534-E3E0-BECA-336203CDB396}"/>
                </a:ext>
              </a:extLst>
            </p:cNvPr>
            <p:cNvGrpSpPr/>
            <p:nvPr/>
          </p:nvGrpSpPr>
          <p:grpSpPr>
            <a:xfrm>
              <a:off x="1239842" y="2135897"/>
              <a:ext cx="6398636" cy="923330"/>
              <a:chOff x="838200" y="2226716"/>
              <a:chExt cx="6398636" cy="92333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922DD4-CFC8-E3EA-752D-86B2555EF5F9}"/>
                  </a:ext>
                </a:extLst>
              </p:cNvPr>
              <p:cNvSpPr txBox="1"/>
              <p:nvPr/>
            </p:nvSpPr>
            <p:spPr>
              <a:xfrm>
                <a:off x="838200" y="2226716"/>
                <a:ext cx="63986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1. </a:t>
                </a:r>
                <a:r>
                  <a:rPr lang="it-IT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psa_compute</a:t>
                </a:r>
                <a:r>
                  <a:rPr lang="it-IT" dirty="0"/>
                  <a:t>: partendo dalla matrice dei rate di salto, l’ordine massimo dell’espansione in serie (K) e la lunghezza ribosoma permette di calcolare i coefficienti </a:t>
                </a:r>
                <a:endParaRPr lang="it-IT" b="1" dirty="0"/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31AEEE0-CCF0-FAAF-8EED-26EADB754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71999" y="2844000"/>
                <a:ext cx="724001" cy="276264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E7CDA97-DE93-6C66-B5BB-E189A5EA2DF5}"/>
                </a:ext>
              </a:extLst>
            </p:cNvPr>
            <p:cNvGrpSpPr/>
            <p:nvPr/>
          </p:nvGrpSpPr>
          <p:grpSpPr>
            <a:xfrm>
              <a:off x="1251533" y="3022103"/>
              <a:ext cx="6193971" cy="1109997"/>
              <a:chOff x="838199" y="3302951"/>
              <a:chExt cx="6193971" cy="110999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D81DAD9-7867-F927-821D-98B963FAC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6000" y="3708000"/>
                <a:ext cx="1619476" cy="704948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DA2E81-1A2E-8793-BA6D-D4D3CE8A28E8}"/>
                  </a:ext>
                </a:extLst>
              </p:cNvPr>
              <p:cNvSpPr txBox="1"/>
              <p:nvPr/>
            </p:nvSpPr>
            <p:spPr>
              <a:xfrm>
                <a:off x="838199" y="3302951"/>
                <a:ext cx="619397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2. </a:t>
                </a:r>
                <a:r>
                  <a:rPr lang="it-IT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local_density</a:t>
                </a:r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</a:t>
                </a:r>
                <a:r>
                  <a:rPr lang="it-IT" dirty="0"/>
                  <a:t>partendo da un dato rate alpha permette</a:t>
                </a:r>
              </a:p>
              <a:p>
                <a:endParaRPr lang="it-IT" dirty="0"/>
              </a:p>
              <a:p>
                <a:r>
                  <a:rPr lang="it-IT" dirty="0"/>
                  <a:t>il calcolo di                                  per ogni ordine n dell’espansione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5F7761E-AB8B-EEDC-A3A5-F84D9B7A2400}"/>
                </a:ext>
              </a:extLst>
            </p:cNvPr>
            <p:cNvGrpSpPr/>
            <p:nvPr/>
          </p:nvGrpSpPr>
          <p:grpSpPr>
            <a:xfrm>
              <a:off x="7508538" y="1977615"/>
              <a:ext cx="4745367" cy="804613"/>
              <a:chOff x="7095204" y="2348762"/>
              <a:chExt cx="4745367" cy="804613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5AA848F-0CC6-2163-80AF-ADF3634C5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0414" y="2348762"/>
                <a:ext cx="1524213" cy="685896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B6A20-1510-8FC5-2541-8A24CE6277BD}"/>
                  </a:ext>
                </a:extLst>
              </p:cNvPr>
              <p:cNvSpPr txBox="1"/>
              <p:nvPr/>
            </p:nvSpPr>
            <p:spPr>
              <a:xfrm>
                <a:off x="7095204" y="2507044"/>
                <a:ext cx="47453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3. </a:t>
                </a:r>
                <a:r>
                  <a:rPr lang="it-IT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mean_density</a:t>
                </a:r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</a:t>
                </a:r>
                <a:r>
                  <a:rPr lang="it-IT" dirty="0"/>
                  <a:t>che calcola                               per ogni n = 0,…, K </a:t>
                </a:r>
                <a:endParaRPr lang="it-IT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402270D-004B-A26D-13FA-934BE0094A5A}"/>
                </a:ext>
              </a:extLst>
            </p:cNvPr>
            <p:cNvGrpSpPr/>
            <p:nvPr/>
          </p:nvGrpSpPr>
          <p:grpSpPr>
            <a:xfrm>
              <a:off x="7548869" y="2722024"/>
              <a:ext cx="4896909" cy="798543"/>
              <a:chOff x="7135535" y="3148013"/>
              <a:chExt cx="4896909" cy="79854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1557366-0807-82B5-3715-2579D2748C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65336" y="3148013"/>
                <a:ext cx="1667108" cy="695422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3C751A-BF67-61FF-9C40-7B73A57DE1DD}"/>
                  </a:ext>
                </a:extLst>
              </p:cNvPr>
              <p:cNvSpPr txBox="1"/>
              <p:nvPr/>
            </p:nvSpPr>
            <p:spPr>
              <a:xfrm>
                <a:off x="7135535" y="3300225"/>
                <a:ext cx="48969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4. </a:t>
                </a:r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current: </a:t>
                </a:r>
                <a:r>
                  <a:rPr lang="it-IT" dirty="0"/>
                  <a:t>permette il calcolo di                                    per ogni n = 0,…, K   </a:t>
                </a:r>
                <a:r>
                  <a:rPr lang="it-IT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it-IT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38C2AEC-9FDB-BBAF-5192-C5BB6D97B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75" y="4169802"/>
            <a:ext cx="7020905" cy="211484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E7D7F9-1467-45D2-0FA8-BA75B28B47A1}"/>
              </a:ext>
            </a:extLst>
          </p:cNvPr>
          <p:cNvSpPr txBox="1"/>
          <p:nvPr/>
        </p:nvSpPr>
        <p:spPr>
          <a:xfrm>
            <a:off x="7272719" y="4257728"/>
            <a:ext cx="408108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u="sng" dirty="0"/>
              <a:t>Nel grafico a sinistra è possibile vedere un confronto nel calcolo della densità tra una simulazione tramite l’algoritmo di Gillespie e TASEPy. Inoltre, l’errore percentuale nel calcolo della corrente rispetto a quella calcolata dalla simulazione è dell’1% al quarto ordine dell’approssimazione PSA.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AA0D72-EF05-88C6-1962-1D527A92D41D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Semplificare</a:t>
            </a:r>
            <a:r>
              <a:rPr lang="it-IT" sz="1800" b="1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 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velocizzare i calcoli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8CCD5E-80CE-55E3-2AC8-2BD9EDC637B4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CE539F-C23A-6F17-F019-D93DBDBC057C}"/>
              </a:ext>
            </a:extLst>
          </p:cNvPr>
          <p:cNvSpPr txBox="1"/>
          <p:nvPr/>
        </p:nvSpPr>
        <p:spPr>
          <a:xfrm>
            <a:off x="120663" y="76315"/>
            <a:ext cx="916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TASEPy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FEEA44-15DA-60AB-4E58-7666D2A0AE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47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74FC12-48F1-7E7C-E23C-B3565E7C2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09" y="3712149"/>
            <a:ext cx="7941586" cy="264719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8B70439-8E8D-98FA-A6F4-996546EAA124}"/>
              </a:ext>
            </a:extLst>
          </p:cNvPr>
          <p:cNvGrpSpPr/>
          <p:nvPr/>
        </p:nvGrpSpPr>
        <p:grpSpPr>
          <a:xfrm>
            <a:off x="488013" y="1416602"/>
            <a:ext cx="11215974" cy="1520853"/>
            <a:chOff x="1132115" y="1690688"/>
            <a:chExt cx="11215974" cy="152085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69832CB-CB1D-DAAB-28A5-6C11A6280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4998" y="2340674"/>
              <a:ext cx="3343091" cy="64633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FD136B-022B-46C0-EB0E-C42F87FE336C}"/>
                </a:ext>
              </a:extLst>
            </p:cNvPr>
            <p:cNvSpPr txBox="1"/>
            <p:nvPr/>
          </p:nvSpPr>
          <p:spPr>
            <a:xfrm>
              <a:off x="1132115" y="1690688"/>
              <a:ext cx="1060268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TASEPy, oltre a permette di velocizzare le tempistiche di calcolo, può essere utilizzato per i calcoli inversi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partendo da una densità media è possibile ricavare il rate di inizializzazione tramite la minimizzazione della funzione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Partendo dalla densità media e minimizzando la deviazione quadratica media                                                       è possibile calcolare il rapporto  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BEBC58-8326-9CCE-3672-AD84AEF1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2000" y="2268000"/>
              <a:ext cx="1428949" cy="31436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917F6-9553-2631-8380-B4C2A7C23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4000" y="2820961"/>
              <a:ext cx="785922" cy="39058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B8C56A-DE6F-4727-F95E-B625EB63512D}"/>
              </a:ext>
            </a:extLst>
          </p:cNvPr>
          <p:cNvSpPr txBox="1"/>
          <p:nvPr/>
        </p:nvSpPr>
        <p:spPr>
          <a:xfrm>
            <a:off x="120663" y="3065818"/>
            <a:ext cx="12180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Tuttavia, come è possibile vedere nel grafico sottostante, </a:t>
            </a:r>
            <a:r>
              <a:rPr lang="it-IT" b="1" dirty="0"/>
              <a:t>l’uso del pacchetto TASEPy è vincolato all’approssimazione PSA e al rate limitante la cinetica </a:t>
            </a:r>
            <a:r>
              <a:rPr lang="it-IT" dirty="0"/>
              <a:t>(nel nostro caso α). Quindi a valori di α grandi vengono restituiti valori non coerenti.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D18F6-C73B-FA04-F01D-BA417E45585B}"/>
              </a:ext>
            </a:extLst>
          </p:cNvPr>
          <p:cNvSpPr txBox="1"/>
          <p:nvPr/>
        </p:nvSpPr>
        <p:spPr>
          <a:xfrm>
            <a:off x="8177795" y="4794481"/>
            <a:ext cx="3679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/>
              <a:t>Grafico della densità media e della corrente in funzione del valore di α per diversi ordine dell’approssimazione in serie di potenze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CD18A36-F3B5-1979-39A8-EBD33FCE4356}"/>
              </a:ext>
            </a:extLst>
          </p:cNvPr>
          <p:cNvSpPr txBox="1">
            <a:spLocks/>
          </p:cNvSpPr>
          <p:nvPr/>
        </p:nvSpPr>
        <p:spPr>
          <a:xfrm>
            <a:off x="582984" y="76430"/>
            <a:ext cx="11609016" cy="1325563"/>
          </a:xfrm>
          <a:prstGeom prst="rect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4"/>
          </a:lnRef>
          <a:fillRef idx="1001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TASEPy</a:t>
            </a:r>
            <a:r>
              <a:rPr lang="it-IT" sz="1800" b="1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 </a:t>
            </a:r>
            <a:r>
              <a:rPr lang="it-IT" sz="37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il modello inomogeneo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396C73-4EFA-97D5-89C1-0DB6DACE9C35}"/>
              </a:ext>
            </a:extLst>
          </p:cNvPr>
          <p:cNvCxnSpPr/>
          <p:nvPr/>
        </p:nvCxnSpPr>
        <p:spPr>
          <a:xfrm>
            <a:off x="2242457" y="1273629"/>
            <a:ext cx="77070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0E7581-800C-E8CD-6DFF-D3F5DC006ED3}"/>
              </a:ext>
            </a:extLst>
          </p:cNvPr>
          <p:cNvSpPr txBox="1"/>
          <p:nvPr/>
        </p:nvSpPr>
        <p:spPr>
          <a:xfrm>
            <a:off x="120663" y="76315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Conclusioni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6AE5EB-40BF-9509-B0D6-1CAE50EF1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52" y="77462"/>
            <a:ext cx="812685" cy="8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7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2702</Words>
  <Application>Microsoft Office PowerPoint</Application>
  <PresentationFormat>Widescreen</PresentationFormat>
  <Paragraphs>310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Totally Asimmetric Simple Exclusion Process:  un modello per lo studio della traduzione del mRNA</vt:lpstr>
      <vt:lpstr>Il processo di traduzione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Arrigoni</dc:creator>
  <cp:lastModifiedBy>Stefano Arrigoni</cp:lastModifiedBy>
  <cp:revision>47</cp:revision>
  <dcterms:created xsi:type="dcterms:W3CDTF">2025-02-06T19:26:02Z</dcterms:created>
  <dcterms:modified xsi:type="dcterms:W3CDTF">2025-02-19T15:05:41Z</dcterms:modified>
</cp:coreProperties>
</file>